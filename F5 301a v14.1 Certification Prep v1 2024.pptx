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1.xml" ContentType="application/vnd.openxmlformats-officedocument.presentationml.comments+xml"/>
  <Override PartName="/ppt/notesSlides/notesSlide19.xml" ContentType="application/vnd.openxmlformats-officedocument.presentationml.notesSlide+xml"/>
  <Override PartName="/ppt/comments/comment2.xml" ContentType="application/vnd.openxmlformats-officedocument.presentationml.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4"/>
  </p:notesMasterIdLst>
  <p:handoutMasterIdLst>
    <p:handoutMasterId r:id="rId115"/>
  </p:handoutMasterIdLst>
  <p:sldIdLst>
    <p:sldId id="1904" r:id="rId5"/>
    <p:sldId id="1761" r:id="rId6"/>
    <p:sldId id="1841" r:id="rId7"/>
    <p:sldId id="331" r:id="rId8"/>
    <p:sldId id="1832" r:id="rId9"/>
    <p:sldId id="1523" r:id="rId10"/>
    <p:sldId id="1864" r:id="rId11"/>
    <p:sldId id="1865" r:id="rId12"/>
    <p:sldId id="1833" r:id="rId13"/>
    <p:sldId id="1866" r:id="rId14"/>
    <p:sldId id="1867" r:id="rId15"/>
    <p:sldId id="1868" r:id="rId16"/>
    <p:sldId id="1869" r:id="rId17"/>
    <p:sldId id="1870" r:id="rId18"/>
    <p:sldId id="1871" r:id="rId19"/>
    <p:sldId id="1872" r:id="rId20"/>
    <p:sldId id="1873" r:id="rId21"/>
    <p:sldId id="1874" r:id="rId22"/>
    <p:sldId id="1875" r:id="rId23"/>
    <p:sldId id="1876" r:id="rId24"/>
    <p:sldId id="1877" r:id="rId25"/>
    <p:sldId id="1878" r:id="rId26"/>
    <p:sldId id="1879" r:id="rId27"/>
    <p:sldId id="1880" r:id="rId28"/>
    <p:sldId id="1881" r:id="rId29"/>
    <p:sldId id="1845" r:id="rId30"/>
    <p:sldId id="1673" r:id="rId31"/>
    <p:sldId id="1836" r:id="rId32"/>
    <p:sldId id="1882" r:id="rId33"/>
    <p:sldId id="1883" r:id="rId34"/>
    <p:sldId id="1884" r:id="rId35"/>
    <p:sldId id="1804" r:id="rId36"/>
    <p:sldId id="1807" r:id="rId37"/>
    <p:sldId id="1811" r:id="rId38"/>
    <p:sldId id="1805" r:id="rId39"/>
    <p:sldId id="1806" r:id="rId40"/>
    <p:sldId id="753" r:id="rId41"/>
    <p:sldId id="752" r:id="rId42"/>
    <p:sldId id="754" r:id="rId43"/>
    <p:sldId id="755" r:id="rId44"/>
    <p:sldId id="756" r:id="rId45"/>
    <p:sldId id="757" r:id="rId46"/>
    <p:sldId id="759" r:id="rId47"/>
    <p:sldId id="1812" r:id="rId48"/>
    <p:sldId id="1614" r:id="rId49"/>
    <p:sldId id="1640" r:id="rId50"/>
    <p:sldId id="1788" r:id="rId51"/>
    <p:sldId id="1638" r:id="rId52"/>
    <p:sldId id="1637" r:id="rId53"/>
    <p:sldId id="1787" r:id="rId54"/>
    <p:sldId id="1790" r:id="rId55"/>
    <p:sldId id="1791" r:id="rId56"/>
    <p:sldId id="1789" r:id="rId57"/>
    <p:sldId id="1302" r:id="rId58"/>
    <p:sldId id="1639" r:id="rId59"/>
    <p:sldId id="1885" r:id="rId60"/>
    <p:sldId id="1886" r:id="rId61"/>
    <p:sldId id="1801" r:id="rId62"/>
    <p:sldId id="430" r:id="rId63"/>
    <p:sldId id="1654" r:id="rId64"/>
    <p:sldId id="1655" r:id="rId65"/>
    <p:sldId id="1798" r:id="rId66"/>
    <p:sldId id="1649" r:id="rId67"/>
    <p:sldId id="1618" r:id="rId68"/>
    <p:sldId id="1795" r:id="rId69"/>
    <p:sldId id="1650" r:id="rId70"/>
    <p:sldId id="1651" r:id="rId71"/>
    <p:sldId id="1887" r:id="rId72"/>
    <p:sldId id="1888" r:id="rId73"/>
    <p:sldId id="1669" r:id="rId74"/>
    <p:sldId id="1670" r:id="rId75"/>
    <p:sldId id="1668" r:id="rId76"/>
    <p:sldId id="1628" r:id="rId77"/>
    <p:sldId id="1827" r:id="rId78"/>
    <p:sldId id="1667" r:id="rId79"/>
    <p:sldId id="1611" r:id="rId80"/>
    <p:sldId id="1855" r:id="rId81"/>
    <p:sldId id="1634" r:id="rId82"/>
    <p:sldId id="1636" r:id="rId83"/>
    <p:sldId id="1612" r:id="rId84"/>
    <p:sldId id="1839" r:id="rId85"/>
    <p:sldId id="1840" r:id="rId86"/>
    <p:sldId id="1889" r:id="rId87"/>
    <p:sldId id="1890" r:id="rId88"/>
    <p:sldId id="1898" r:id="rId89"/>
    <p:sldId id="1899" r:id="rId90"/>
    <p:sldId id="1900" r:id="rId91"/>
    <p:sldId id="1901" r:id="rId92"/>
    <p:sldId id="1902" r:id="rId93"/>
    <p:sldId id="1903" r:id="rId94"/>
    <p:sldId id="1891" r:id="rId95"/>
    <p:sldId id="1892" r:id="rId96"/>
    <p:sldId id="1893" r:id="rId97"/>
    <p:sldId id="1894" r:id="rId98"/>
    <p:sldId id="1329" r:id="rId99"/>
    <p:sldId id="1663" r:id="rId100"/>
    <p:sldId id="1803" r:id="rId101"/>
    <p:sldId id="1660" r:id="rId102"/>
    <p:sldId id="1661" r:id="rId103"/>
    <p:sldId id="1662" r:id="rId104"/>
    <p:sldId id="1895" r:id="rId105"/>
    <p:sldId id="1896" r:id="rId106"/>
    <p:sldId id="1897" r:id="rId107"/>
    <p:sldId id="1849" r:id="rId108"/>
    <p:sldId id="1813" r:id="rId109"/>
    <p:sldId id="1814" r:id="rId110"/>
    <p:sldId id="1815" r:id="rId111"/>
    <p:sldId id="333" r:id="rId112"/>
    <p:sldId id="1905" r:id="rId113"/>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25D29D3-1E0A-4C07-80D4-D77BD8A9EC26}">
          <p14:sldIdLst>
            <p14:sldId id="1904"/>
            <p14:sldId id="1761"/>
          </p14:sldIdLst>
        </p14:section>
        <p14:section name="Section 1: Architect and Deploy Apps" id="{23712676-31F5-4FEB-91F3-F99066420108}">
          <p14:sldIdLst>
            <p14:sldId id="1841"/>
          </p14:sldIdLst>
        </p14:section>
        <p14:section name="1.01 Optimally Deploy App" id="{2D7CAA47-2838-4FD7-BD2C-19E5988D4746}">
          <p14:sldIdLst>
            <p14:sldId id="331"/>
            <p14:sldId id="1832"/>
          </p14:sldIdLst>
        </p14:section>
        <p14:section name="1.02 Determine if app LTM only" id="{1F4148B6-FB1F-4D14-820A-B4AF9699E684}">
          <p14:sldIdLst>
            <p14:sldId id="1523"/>
            <p14:sldId id="1864"/>
          </p14:sldIdLst>
        </p14:section>
        <p14:section name="1.03 Deployments" id="{462E3C42-966E-4E0E-A070-39CD63E27F77}">
          <p14:sldIdLst>
            <p14:sldId id="1865"/>
            <p14:sldId id="1833"/>
          </p14:sldIdLst>
        </p14:section>
        <p14:section name="1.04 Profiles and Settings" id="{408C3DB5-B01E-4FCF-ADFE-E69D9CDEDDB4}">
          <p14:sldIdLst>
            <p14:sldId id="1866"/>
            <p14:sldId id="1867"/>
          </p14:sldIdLst>
        </p14:section>
        <p14:section name="1.05 VS and LB types" id="{3C9524F0-3BF6-4CC9-8C58-882B09561391}">
          <p14:sldIdLst>
            <p14:sldId id="1868"/>
            <p14:sldId id="1869"/>
          </p14:sldIdLst>
        </p14:section>
        <p14:section name="1.06 Arch &amp; Deploy MultiTier" id="{583A77B6-2774-4A84-9B90-EF16F66D6224}">
          <p14:sldIdLst>
            <p14:sldId id="1870"/>
            <p14:sldId id="1871"/>
          </p14:sldIdLst>
        </p14:section>
        <p14:section name="1.07 Pkt vs Conn LB" id="{A31D2109-0459-414D-92E0-DCCA35E9407C}">
          <p14:sldIdLst>
            <p14:sldId id="1872"/>
            <p14:sldId id="1873"/>
          </p14:sldIdLst>
        </p14:section>
        <p14:section name="1.08 apps needing orig client IP" id="{7BB866CD-D95B-4DB8-82BF-5C316FF91648}">
          <p14:sldIdLst>
            <p14:sldId id="1874"/>
            <p14:sldId id="1875"/>
          </p14:sldIdLst>
        </p14:section>
        <p14:section name="1.09 VS matching order" id="{B0A57323-E23B-436A-B838-7477B0EE3AFE}">
          <p14:sldIdLst>
            <p14:sldId id="1876"/>
            <p14:sldId id="1877"/>
          </p14:sldIdLst>
        </p14:section>
        <p14:section name="1.10 iRules" id="{CAC39200-FC0A-44F1-98BC-F0D7B2CB273B}">
          <p14:sldIdLst>
            <p14:sldId id="1878"/>
            <p14:sldId id="1879"/>
          </p14:sldIdLst>
        </p14:section>
        <p14:section name="1.11 Deploy iApp" id="{A0BD8469-E9DB-47C4-928B-25C2AD2E0C52}">
          <p14:sldIdLst>
            <p14:sldId id="1880"/>
            <p14:sldId id="1881"/>
          </p14:sldIdLst>
        </p14:section>
        <p14:section name="Section 2: Set Up, Administer, and Secure LTM Devices" id="{5480BF91-C2F9-455A-96A1-0D4B40BC70C5}">
          <p14:sldIdLst>
            <p14:sldId id="1845"/>
          </p14:sldIdLst>
        </p14:section>
        <p14:section name="2.01 Secure self IPs" id="{5D89055F-B4E5-4616-92C1-7DE13D0F68D9}">
          <p14:sldIdLst>
            <p14:sldId id="1673"/>
            <p14:sldId id="1836"/>
          </p14:sldIdLst>
        </p14:section>
        <p14:section name="2.02 Secure Virtual Servers" id="{B66FD299-5E8D-44AA-8288-6FC80590062A}">
          <p14:sldIdLst>
            <p14:sldId id="1882"/>
            <p14:sldId id="1883"/>
          </p14:sldIdLst>
        </p14:section>
        <p14:section name="2.03 Perform device config" id="{F2CF17B2-798A-4B2B-ABD1-118CF6B7B65F}">
          <p14:sldIdLst>
            <p14:sldId id="1884"/>
            <p14:sldId id="1804"/>
            <p14:sldId id="1807"/>
            <p14:sldId id="1811"/>
            <p14:sldId id="1805"/>
            <p14:sldId id="1806"/>
            <p14:sldId id="753"/>
            <p14:sldId id="752"/>
            <p14:sldId id="754"/>
            <p14:sldId id="755"/>
            <p14:sldId id="756"/>
            <p14:sldId id="757"/>
            <p14:sldId id="759"/>
            <p14:sldId id="1812"/>
            <p14:sldId id="1614"/>
            <p14:sldId id="1640"/>
            <p14:sldId id="1788"/>
            <p14:sldId id="1638"/>
            <p14:sldId id="1637"/>
            <p14:sldId id="1787"/>
            <p14:sldId id="1790"/>
            <p14:sldId id="1791"/>
            <p14:sldId id="1789"/>
            <p14:sldId id="1302"/>
            <p14:sldId id="1639"/>
            <p14:sldId id="1885"/>
          </p14:sldIdLst>
        </p14:section>
        <p14:section name="2.04 Perform SW Upgrade" id="{CEB16707-7FDF-4BD1-94DB-8D673ED7D23E}">
          <p14:sldIdLst>
            <p14:sldId id="1886"/>
            <p14:sldId id="1801"/>
            <p14:sldId id="430"/>
            <p14:sldId id="1654"/>
            <p14:sldId id="1655"/>
            <p14:sldId id="1798"/>
            <p14:sldId id="1649"/>
            <p14:sldId id="1618"/>
            <p14:sldId id="1795"/>
            <p14:sldId id="1650"/>
            <p14:sldId id="1651"/>
            <p14:sldId id="1887"/>
          </p14:sldIdLst>
        </p14:section>
        <p14:section name="2.05 Config HA" id="{F512E06C-A54F-4CBA-87CA-E9B1E2AE20A9}">
          <p14:sldIdLst>
            <p14:sldId id="1888"/>
            <p14:sldId id="1669"/>
            <p14:sldId id="1670"/>
            <p14:sldId id="1668"/>
            <p14:sldId id="1628"/>
            <p14:sldId id="1827"/>
            <p14:sldId id="1667"/>
            <p14:sldId id="1611"/>
            <p14:sldId id="1855"/>
            <p14:sldId id="1634"/>
            <p14:sldId id="1636"/>
            <p14:sldId id="1612"/>
            <p14:sldId id="1839"/>
            <p14:sldId id="1840"/>
            <p14:sldId id="1889"/>
          </p14:sldIdLst>
        </p14:section>
        <p14:section name="2.06 BIG-IP Security" id="{EA5621AA-B058-454A-AEA9-27233E9E8660}">
          <p14:sldIdLst>
            <p14:sldId id="1890"/>
            <p14:sldId id="1898"/>
            <p14:sldId id="1899"/>
            <p14:sldId id="1900"/>
            <p14:sldId id="1901"/>
            <p14:sldId id="1902"/>
            <p14:sldId id="1903"/>
            <p14:sldId id="1891"/>
          </p14:sldIdLst>
        </p14:section>
        <p14:section name="2.07 Change and connections" id="{2F3C4B18-15A6-4564-9B9E-128246963978}">
          <p14:sldIdLst>
            <p14:sldId id="1892"/>
            <p14:sldId id="1893"/>
          </p14:sldIdLst>
        </p14:section>
        <p14:section name="2.08 Users, Partitions, Route Dom" id="{A49930BD-F8D7-4AA9-AD4B-054D46AF19FE}">
          <p14:sldIdLst>
            <p14:sldId id="1894"/>
            <p14:sldId id="1329"/>
            <p14:sldId id="1663"/>
            <p14:sldId id="1803"/>
            <p14:sldId id="1660"/>
            <p14:sldId id="1661"/>
            <p14:sldId id="1662"/>
            <p14:sldId id="1895"/>
          </p14:sldIdLst>
        </p14:section>
        <p14:section name="2.09 vCMP" id="{D91D02BE-C028-4BD7-BD92-A2E65FAC0169}">
          <p14:sldIdLst>
            <p14:sldId id="1896"/>
            <p14:sldId id="1897"/>
          </p14:sldIdLst>
        </p14:section>
        <p14:section name="BREAKTIME" id="{719A1311-1C18-41F7-90F1-CA5C54250390}">
          <p14:sldIdLst>
            <p14:sldId id="1849"/>
          </p14:sldIdLst>
        </p14:section>
        <p14:section name="Summary" id="{6F4229B9-F5F1-4F85-8FD8-F14998526B3C}">
          <p14:sldIdLst>
            <p14:sldId id="1813"/>
            <p14:sldId id="1814"/>
            <p14:sldId id="1815"/>
            <p14:sldId id="333"/>
            <p14:sldId id="1905"/>
          </p14:sldIdLst>
        </p14:section>
      </p14:sectionLst>
    </p:ex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438C0-F0C6-45F9-D291-7AFFBDA2D0D3}" name="Chad Larson" initials="CL" userId="Chad Larso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d Larson" initials="CL" lastIdx="41" clrIdx="0">
    <p:extLst>
      <p:ext uri="{19B8F6BF-5375-455C-9EA6-DF929625EA0E}">
        <p15:presenceInfo xmlns:p15="http://schemas.microsoft.com/office/powerpoint/2012/main" userId="Chad Larson" providerId="None"/>
      </p:ext>
    </p:extLst>
  </p:cmAuthor>
  <p:cmAuthor id="2" name="Joel Ertsgaard" initials="JE" lastIdx="22" clrIdx="1">
    <p:extLst>
      <p:ext uri="{19B8F6BF-5375-455C-9EA6-DF929625EA0E}">
        <p15:presenceInfo xmlns:p15="http://schemas.microsoft.com/office/powerpoint/2012/main" userId="S::j.ertsgaard@f5.com::410d1557-fbd1-4caf-8f73-3b9eef0a9fbe" providerId="AD"/>
      </p:ext>
    </p:extLst>
  </p:cmAuthor>
  <p:cmAuthor id="3" name="Rene Neri" initials="RN" lastIdx="8" clrIdx="2">
    <p:extLst>
      <p:ext uri="{19B8F6BF-5375-455C-9EA6-DF929625EA0E}">
        <p15:presenceInfo xmlns:p15="http://schemas.microsoft.com/office/powerpoint/2012/main" userId="S::r.neri@f5.com::ae6379ca-3c45-4b5a-9033-e98087aa3e5a" providerId="AD"/>
      </p:ext>
    </p:extLst>
  </p:cmAuthor>
  <p:cmAuthor id="4" name="Leif Rasmussen" initials="LR" lastIdx="1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6F"/>
    <a:srgbClr val="F2F2F2"/>
    <a:srgbClr val="66FF66"/>
    <a:srgbClr val="FF00FF"/>
    <a:srgbClr val="F5C31E"/>
    <a:srgbClr val="E6E6E6"/>
    <a:srgbClr val="00440B"/>
    <a:srgbClr val="4E43A4"/>
    <a:srgbClr val="0C5C8D"/>
    <a:srgbClr val="1D9C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F6B562-F4D1-4419-A525-881AA4606CC7}" v="4" dt="2026-04-03T04:43:39.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54" autoAdjust="0"/>
    <p:restoredTop sz="89242" autoAdjust="0"/>
  </p:normalViewPr>
  <p:slideViewPr>
    <p:cSldViewPr snapToGrid="0">
      <p:cViewPr varScale="1">
        <p:scale>
          <a:sx n="86" d="100"/>
          <a:sy n="86" d="100"/>
        </p:scale>
        <p:origin x="290" y="46"/>
      </p:cViewPr>
      <p:guideLst>
        <p:guide pos="3840"/>
        <p:guide orient="horz" pos="2160"/>
      </p:guideLst>
    </p:cSldViewPr>
  </p:slideViewPr>
  <p:outlineViewPr>
    <p:cViewPr>
      <p:scale>
        <a:sx n="33" d="100"/>
        <a:sy n="33" d="100"/>
      </p:scale>
      <p:origin x="0" y="-852"/>
    </p:cViewPr>
  </p:outlineViewPr>
  <p:notesTextViewPr>
    <p:cViewPr>
      <p:scale>
        <a:sx n="1" d="1"/>
        <a:sy n="1" d="1"/>
      </p:scale>
      <p:origin x="0" y="0"/>
    </p:cViewPr>
  </p:notesTextViewPr>
  <p:sorterViewPr>
    <p:cViewPr varScale="1">
      <p:scale>
        <a:sx n="1" d="1"/>
        <a:sy n="1" d="1"/>
      </p:scale>
      <p:origin x="0" y="-3408"/>
    </p:cViewPr>
  </p:sorterViewPr>
  <p:notesViewPr>
    <p:cSldViewPr snapToGrid="0">
      <p:cViewPr>
        <p:scale>
          <a:sx n="100" d="100"/>
          <a:sy n="100" d="100"/>
        </p:scale>
        <p:origin x="4688" y="64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presProps" Target="presProp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microsoft.com/office/2018/10/relationships/authors" Target="author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notesMaster" Target="notesMasters/notesMaster1.xml"/><Relationship Id="rId119" Type="http://schemas.openxmlformats.org/officeDocument/2006/relationships/theme" Target="theme/theme1.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handoutMaster" Target="handoutMasters/handout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microsoft.com/office/2016/11/relationships/changesInfo" Target="changesInfos/changesInfo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maine Mack" userId="9a9780d0-a6cd-4c70-9bfb-816483dd9a5a" providerId="ADAL" clId="{0461B659-B3C3-4B80-BEDF-F4369A6B206B}"/>
    <pc:docChg chg="modSld">
      <pc:chgData name="Jermaine Mack" userId="9a9780d0-a6cd-4c70-9bfb-816483dd9a5a" providerId="ADAL" clId="{0461B659-B3C3-4B80-BEDF-F4369A6B206B}" dt="2026-04-03T04:59:08.676" v="10" actId="20577"/>
      <pc:docMkLst>
        <pc:docMk/>
      </pc:docMkLst>
      <pc:sldChg chg="modSp mod">
        <pc:chgData name="Jermaine Mack" userId="9a9780d0-a6cd-4c70-9bfb-816483dd9a5a" providerId="ADAL" clId="{0461B659-B3C3-4B80-BEDF-F4369A6B206B}" dt="2026-04-03T04:59:08.676" v="10" actId="20577"/>
        <pc:sldMkLst>
          <pc:docMk/>
          <pc:sldMk cId="2247974936" sldId="1663"/>
        </pc:sldMkLst>
        <pc:spChg chg="mod">
          <ac:chgData name="Jermaine Mack" userId="9a9780d0-a6cd-4c70-9bfb-816483dd9a5a" providerId="ADAL" clId="{0461B659-B3C3-4B80-BEDF-F4369A6B206B}" dt="2026-04-03T04:59:08.676" v="10" actId="20577"/>
          <ac:spMkLst>
            <pc:docMk/>
            <pc:sldMk cId="2247974936" sldId="1663"/>
            <ac:spMk id="2" creationId="{00000000-0000-0000-0000-000000000000}"/>
          </ac:spMkLst>
        </pc:spChg>
      </pc:sldChg>
      <pc:sldChg chg="modSp mod">
        <pc:chgData name="Jermaine Mack" userId="9a9780d0-a6cd-4c70-9bfb-816483dd9a5a" providerId="ADAL" clId="{0461B659-B3C3-4B80-BEDF-F4369A6B206B}" dt="2026-04-02T01:35:47.685" v="1" actId="1036"/>
        <pc:sldMkLst>
          <pc:docMk/>
          <pc:sldMk cId="1806196698" sldId="1806"/>
        </pc:sldMkLst>
        <pc:picChg chg="mod">
          <ac:chgData name="Jermaine Mack" userId="9a9780d0-a6cd-4c70-9bfb-816483dd9a5a" providerId="ADAL" clId="{0461B659-B3C3-4B80-BEDF-F4369A6B206B}" dt="2026-04-02T01:35:47.685" v="1" actId="1036"/>
          <ac:picMkLst>
            <pc:docMk/>
            <pc:sldMk cId="1806196698" sldId="1806"/>
            <ac:picMk id="7" creationId="{99CDA664-5707-4B52-BB5F-601CF8EB5391}"/>
          </ac:picMkLst>
        </pc:picChg>
      </pc:sldChg>
      <pc:sldChg chg="modSp mod">
        <pc:chgData name="Jermaine Mack" userId="9a9780d0-a6cd-4c70-9bfb-816483dd9a5a" providerId="ADAL" clId="{0461B659-B3C3-4B80-BEDF-F4369A6B206B}" dt="2026-04-02T01:34:41.992" v="0" actId="1036"/>
        <pc:sldMkLst>
          <pc:docMk/>
          <pc:sldMk cId="897497040" sldId="1811"/>
        </pc:sldMkLst>
        <pc:picChg chg="mod">
          <ac:chgData name="Jermaine Mack" userId="9a9780d0-a6cd-4c70-9bfb-816483dd9a5a" providerId="ADAL" clId="{0461B659-B3C3-4B80-BEDF-F4369A6B206B}" dt="2026-04-02T01:34:41.992" v="0" actId="1036"/>
          <ac:picMkLst>
            <pc:docMk/>
            <pc:sldMk cId="897497040" sldId="1811"/>
            <ac:picMk id="9" creationId="{04C07D0A-1287-426D-A2A7-11FAE69375A0}"/>
          </ac:picMkLst>
        </pc:picChg>
      </pc:sldChg>
      <pc:sldChg chg="modSp mod">
        <pc:chgData name="Jermaine Mack" userId="9a9780d0-a6cd-4c70-9bfb-816483dd9a5a" providerId="ADAL" clId="{0461B659-B3C3-4B80-BEDF-F4369A6B206B}" dt="2026-04-03T04:43:39.004" v="5" actId="1035"/>
        <pc:sldMkLst>
          <pc:docMk/>
          <pc:sldMk cId="2896387574" sldId="1898"/>
        </pc:sldMkLst>
        <pc:picChg chg="mod">
          <ac:chgData name="Jermaine Mack" userId="9a9780d0-a6cd-4c70-9bfb-816483dd9a5a" providerId="ADAL" clId="{0461B659-B3C3-4B80-BEDF-F4369A6B206B}" dt="2026-04-03T04:43:39.004" v="5" actId="1035"/>
          <ac:picMkLst>
            <pc:docMk/>
            <pc:sldMk cId="2896387574" sldId="1898"/>
            <ac:picMk id="7" creationId="{2634450E-527D-4115-B04C-BFADD5156558}"/>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4" dt="2020-08-07T12:39:31.552" idx="9">
    <p:pos x="10" y="10"/>
    <p:text>get protocol iin here</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4" dt="2020-08-07T12:40:08.255" idx="10">
    <p:pos x="10" y="10"/>
    <p:text>update screen shots</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1D330F-814F-4252-AE0E-F58DF478BC6D}"/>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09E8EDD-2D6E-4088-A616-D09E2C39FF1F}"/>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DFD769BD-6B0D-46F1-9E9B-7E3BA769A178}" type="datetimeFigureOut">
              <a:rPr lang="en-US" smtClean="0"/>
              <a:t>4/3/2026</a:t>
            </a:fld>
            <a:endParaRPr lang="en-US"/>
          </a:p>
        </p:txBody>
      </p:sp>
      <p:sp>
        <p:nvSpPr>
          <p:cNvPr id="4" name="Footer Placeholder 3">
            <a:extLst>
              <a:ext uri="{FF2B5EF4-FFF2-40B4-BE49-F238E27FC236}">
                <a16:creationId xmlns:a16="http://schemas.microsoft.com/office/drawing/2014/main" id="{C063899A-1216-4CE3-BD69-0F2B7BE648C8}"/>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982AE3-7232-49EE-8BB5-020A114B4721}"/>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DF8F62A-0BD9-4608-91F0-E95C6B42C42C}" type="slidenum">
              <a:rPr lang="en-US" smtClean="0"/>
              <a:t>‹#›</a:t>
            </a:fld>
            <a:endParaRPr lang="en-US"/>
          </a:p>
        </p:txBody>
      </p:sp>
      <p:grpSp>
        <p:nvGrpSpPr>
          <p:cNvPr id="10" name="Group 22">
            <a:extLst>
              <a:ext uri="{FF2B5EF4-FFF2-40B4-BE49-F238E27FC236}">
                <a16:creationId xmlns:a16="http://schemas.microsoft.com/office/drawing/2014/main" id="{ADBC6569-CD7B-4799-999F-822BE9B627DF}"/>
              </a:ext>
            </a:extLst>
          </p:cNvPr>
          <p:cNvGrpSpPr>
            <a:grpSpLocks noChangeAspect="1"/>
          </p:cNvGrpSpPr>
          <p:nvPr/>
        </p:nvGrpSpPr>
        <p:grpSpPr bwMode="auto">
          <a:xfrm>
            <a:off x="3284006" y="8793419"/>
            <a:ext cx="382062" cy="382060"/>
            <a:chOff x="5266" y="0"/>
            <a:chExt cx="733" cy="733"/>
          </a:xfrm>
        </p:grpSpPr>
        <p:sp>
          <p:nvSpPr>
            <p:cNvPr id="11" name="Freeform 23">
              <a:extLst>
                <a:ext uri="{FF2B5EF4-FFF2-40B4-BE49-F238E27FC236}">
                  <a16:creationId xmlns:a16="http://schemas.microsoft.com/office/drawing/2014/main" id="{05C4AD47-8979-4D4E-B019-E9141684DE4E}"/>
                </a:ext>
              </a:extLst>
            </p:cNvPr>
            <p:cNvSpPr>
              <a:spLocks/>
            </p:cNvSpPr>
            <p:nvPr userDrawn="1"/>
          </p:nvSpPr>
          <p:spPr bwMode="auto">
            <a:xfrm>
              <a:off x="5266" y="0"/>
              <a:ext cx="733" cy="733"/>
            </a:xfrm>
            <a:custGeom>
              <a:avLst/>
              <a:gdLst>
                <a:gd name="T0" fmla="*/ 4176 w 4576"/>
                <a:gd name="T1" fmla="*/ 996 h 4576"/>
                <a:gd name="T2" fmla="*/ 4065 w 4576"/>
                <a:gd name="T3" fmla="*/ 848 h 4576"/>
                <a:gd name="T4" fmla="*/ 4065 w 4576"/>
                <a:gd name="T5" fmla="*/ 848 h 4576"/>
                <a:gd name="T6" fmla="*/ 2288 w 4576"/>
                <a:gd name="T7" fmla="*/ 0 h 4576"/>
                <a:gd name="T8" fmla="*/ 0 w 4576"/>
                <a:gd name="T9" fmla="*/ 2288 h 4576"/>
                <a:gd name="T10" fmla="*/ 445 w 4576"/>
                <a:gd name="T11" fmla="*/ 3644 h 4576"/>
                <a:gd name="T12" fmla="*/ 445 w 4576"/>
                <a:gd name="T13" fmla="*/ 3644 h 4576"/>
                <a:gd name="T14" fmla="*/ 583 w 4576"/>
                <a:gd name="T15" fmla="*/ 3814 h 4576"/>
                <a:gd name="T16" fmla="*/ 583 w 4576"/>
                <a:gd name="T17" fmla="*/ 3814 h 4576"/>
                <a:gd name="T18" fmla="*/ 2288 w 4576"/>
                <a:gd name="T19" fmla="*/ 4576 h 4576"/>
                <a:gd name="T20" fmla="*/ 4576 w 4576"/>
                <a:gd name="T21" fmla="*/ 2288 h 4576"/>
                <a:gd name="T22" fmla="*/ 4176 w 4576"/>
                <a:gd name="T23"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76" h="4576">
                  <a:moveTo>
                    <a:pt x="4176" y="996"/>
                  </a:moveTo>
                  <a:cubicBezTo>
                    <a:pt x="4141" y="945"/>
                    <a:pt x="4104" y="895"/>
                    <a:pt x="4065" y="848"/>
                  </a:cubicBezTo>
                  <a:cubicBezTo>
                    <a:pt x="4065" y="848"/>
                    <a:pt x="4065" y="848"/>
                    <a:pt x="4065" y="848"/>
                  </a:cubicBezTo>
                  <a:cubicBezTo>
                    <a:pt x="3646" y="330"/>
                    <a:pt x="3006" y="0"/>
                    <a:pt x="2288" y="0"/>
                  </a:cubicBezTo>
                  <a:cubicBezTo>
                    <a:pt x="1024" y="0"/>
                    <a:pt x="0" y="1024"/>
                    <a:pt x="0" y="2288"/>
                  </a:cubicBezTo>
                  <a:cubicBezTo>
                    <a:pt x="0" y="2796"/>
                    <a:pt x="165" y="3264"/>
                    <a:pt x="445" y="3644"/>
                  </a:cubicBezTo>
                  <a:cubicBezTo>
                    <a:pt x="445" y="3644"/>
                    <a:pt x="445" y="3644"/>
                    <a:pt x="445" y="3644"/>
                  </a:cubicBezTo>
                  <a:cubicBezTo>
                    <a:pt x="488" y="3703"/>
                    <a:pt x="534" y="3759"/>
                    <a:pt x="583" y="3814"/>
                  </a:cubicBezTo>
                  <a:cubicBezTo>
                    <a:pt x="583" y="3814"/>
                    <a:pt x="583" y="381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4">
              <a:extLst>
                <a:ext uri="{FF2B5EF4-FFF2-40B4-BE49-F238E27FC236}">
                  <a16:creationId xmlns:a16="http://schemas.microsoft.com/office/drawing/2014/main" id="{1B537A17-0B50-4D04-9A58-78C9C6129DA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5">
              <a:extLst>
                <a:ext uri="{FF2B5EF4-FFF2-40B4-BE49-F238E27FC236}">
                  <a16:creationId xmlns:a16="http://schemas.microsoft.com/office/drawing/2014/main" id="{1D167BB4-8592-4D19-83FF-059F73A1804A}"/>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6">
              <a:extLst>
                <a:ext uri="{FF2B5EF4-FFF2-40B4-BE49-F238E27FC236}">
                  <a16:creationId xmlns:a16="http://schemas.microsoft.com/office/drawing/2014/main" id="{21C9B339-461D-4755-A7E0-810F56D48D98}"/>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7">
              <a:extLst>
                <a:ext uri="{FF2B5EF4-FFF2-40B4-BE49-F238E27FC236}">
                  <a16:creationId xmlns:a16="http://schemas.microsoft.com/office/drawing/2014/main" id="{60E4DE37-47AC-42A6-B445-2438B6BEDFB8}"/>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338506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1067CBEE-1EBC-411D-9916-BDFC70C90AFF}" type="datetimeFigureOut">
              <a:rPr lang="en-US" smtClean="0"/>
              <a:t>4/3/2026</a:t>
            </a:fld>
            <a:endParaRPr lang="en-US"/>
          </a:p>
        </p:txBody>
      </p:sp>
      <p:sp>
        <p:nvSpPr>
          <p:cNvPr id="4" name="Slide Image Placeholder 3"/>
          <p:cNvSpPr>
            <a:spLocks noGrp="1" noRot="1" noChangeAspect="1"/>
          </p:cNvSpPr>
          <p:nvPr>
            <p:ph type="sldImg" idx="2"/>
          </p:nvPr>
        </p:nvSpPr>
        <p:spPr>
          <a:xfrm>
            <a:off x="703263" y="636588"/>
            <a:ext cx="5543550"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3927476"/>
            <a:ext cx="5559425" cy="4672011"/>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6" name="Footer Placeholder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1C7DBAA2-1EED-4FC8-A856-5AEA357CCC8F}" type="slidenum">
              <a:rPr lang="en-US" smtClean="0"/>
              <a:t>‹#›</a:t>
            </a:fld>
            <a:endParaRPr lang="en-US"/>
          </a:p>
        </p:txBody>
      </p:sp>
      <p:grpSp>
        <p:nvGrpSpPr>
          <p:cNvPr id="12" name="Group 22">
            <a:extLst>
              <a:ext uri="{FF2B5EF4-FFF2-40B4-BE49-F238E27FC236}">
                <a16:creationId xmlns:a16="http://schemas.microsoft.com/office/drawing/2014/main" id="{BD4A3505-BB07-4D80-AF7B-B4432DDA8AA0}"/>
              </a:ext>
            </a:extLst>
          </p:cNvPr>
          <p:cNvGrpSpPr>
            <a:grpSpLocks noChangeAspect="1"/>
          </p:cNvGrpSpPr>
          <p:nvPr/>
        </p:nvGrpSpPr>
        <p:grpSpPr bwMode="auto">
          <a:xfrm>
            <a:off x="3284006" y="8793419"/>
            <a:ext cx="382062" cy="382060"/>
            <a:chOff x="5266" y="0"/>
            <a:chExt cx="733" cy="733"/>
          </a:xfrm>
        </p:grpSpPr>
        <p:sp>
          <p:nvSpPr>
            <p:cNvPr id="17" name="Freeform 23">
              <a:extLst>
                <a:ext uri="{FF2B5EF4-FFF2-40B4-BE49-F238E27FC236}">
                  <a16:creationId xmlns:a16="http://schemas.microsoft.com/office/drawing/2014/main" id="{08B77EA6-A703-4758-ACD2-5E9AD6F76128}"/>
                </a:ext>
              </a:extLst>
            </p:cNvPr>
            <p:cNvSpPr>
              <a:spLocks/>
            </p:cNvSpPr>
            <p:nvPr userDrawn="1"/>
          </p:nvSpPr>
          <p:spPr bwMode="auto">
            <a:xfrm>
              <a:off x="5266" y="0"/>
              <a:ext cx="733" cy="733"/>
            </a:xfrm>
            <a:custGeom>
              <a:avLst/>
              <a:gdLst>
                <a:gd name="T0" fmla="*/ 4176 w 4576"/>
                <a:gd name="T1" fmla="*/ 996 h 4576"/>
                <a:gd name="T2" fmla="*/ 4065 w 4576"/>
                <a:gd name="T3" fmla="*/ 848 h 4576"/>
                <a:gd name="T4" fmla="*/ 4065 w 4576"/>
                <a:gd name="T5" fmla="*/ 848 h 4576"/>
                <a:gd name="T6" fmla="*/ 2288 w 4576"/>
                <a:gd name="T7" fmla="*/ 0 h 4576"/>
                <a:gd name="T8" fmla="*/ 0 w 4576"/>
                <a:gd name="T9" fmla="*/ 2288 h 4576"/>
                <a:gd name="T10" fmla="*/ 445 w 4576"/>
                <a:gd name="T11" fmla="*/ 3644 h 4576"/>
                <a:gd name="T12" fmla="*/ 445 w 4576"/>
                <a:gd name="T13" fmla="*/ 3644 h 4576"/>
                <a:gd name="T14" fmla="*/ 583 w 4576"/>
                <a:gd name="T15" fmla="*/ 3814 h 4576"/>
                <a:gd name="T16" fmla="*/ 583 w 4576"/>
                <a:gd name="T17" fmla="*/ 3814 h 4576"/>
                <a:gd name="T18" fmla="*/ 2288 w 4576"/>
                <a:gd name="T19" fmla="*/ 4576 h 4576"/>
                <a:gd name="T20" fmla="*/ 4576 w 4576"/>
                <a:gd name="T21" fmla="*/ 2288 h 4576"/>
                <a:gd name="T22" fmla="*/ 4176 w 4576"/>
                <a:gd name="T23"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76" h="4576">
                  <a:moveTo>
                    <a:pt x="4176" y="996"/>
                  </a:moveTo>
                  <a:cubicBezTo>
                    <a:pt x="4141" y="945"/>
                    <a:pt x="4104" y="895"/>
                    <a:pt x="4065" y="848"/>
                  </a:cubicBezTo>
                  <a:cubicBezTo>
                    <a:pt x="4065" y="848"/>
                    <a:pt x="4065" y="848"/>
                    <a:pt x="4065" y="848"/>
                  </a:cubicBezTo>
                  <a:cubicBezTo>
                    <a:pt x="3646" y="330"/>
                    <a:pt x="3006" y="0"/>
                    <a:pt x="2288" y="0"/>
                  </a:cubicBezTo>
                  <a:cubicBezTo>
                    <a:pt x="1024" y="0"/>
                    <a:pt x="0" y="1024"/>
                    <a:pt x="0" y="2288"/>
                  </a:cubicBezTo>
                  <a:cubicBezTo>
                    <a:pt x="0" y="2796"/>
                    <a:pt x="165" y="3264"/>
                    <a:pt x="445" y="3644"/>
                  </a:cubicBezTo>
                  <a:cubicBezTo>
                    <a:pt x="445" y="3644"/>
                    <a:pt x="445" y="3644"/>
                    <a:pt x="445" y="3644"/>
                  </a:cubicBezTo>
                  <a:cubicBezTo>
                    <a:pt x="488" y="3703"/>
                    <a:pt x="534" y="3759"/>
                    <a:pt x="583" y="3814"/>
                  </a:cubicBezTo>
                  <a:cubicBezTo>
                    <a:pt x="583" y="3814"/>
                    <a:pt x="583" y="381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4">
              <a:extLst>
                <a:ext uri="{FF2B5EF4-FFF2-40B4-BE49-F238E27FC236}">
                  <a16:creationId xmlns:a16="http://schemas.microsoft.com/office/drawing/2014/main" id="{3B8676C5-6C3E-49E0-81F2-637763174AA2}"/>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5">
              <a:extLst>
                <a:ext uri="{FF2B5EF4-FFF2-40B4-BE49-F238E27FC236}">
                  <a16:creationId xmlns:a16="http://schemas.microsoft.com/office/drawing/2014/main" id="{EE51B303-8FF1-455A-A06F-5DFCF06EE3AB}"/>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6">
              <a:extLst>
                <a:ext uri="{FF2B5EF4-FFF2-40B4-BE49-F238E27FC236}">
                  <a16:creationId xmlns:a16="http://schemas.microsoft.com/office/drawing/2014/main" id="{5E0386EF-9082-4365-B5DA-120CB03869D3}"/>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7">
              <a:extLst>
                <a:ext uri="{FF2B5EF4-FFF2-40B4-BE49-F238E27FC236}">
                  <a16:creationId xmlns:a16="http://schemas.microsoft.com/office/drawing/2014/main" id="{A050F9FC-0A63-439B-A197-B596AA94BC55}"/>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0699287"/>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85000"/>
      </a:lnSpc>
      <a:spcBef>
        <a:spcPts val="600"/>
      </a:spcBef>
      <a:defRPr sz="1200" kern="1200">
        <a:solidFill>
          <a:schemeClr val="tx1"/>
        </a:solidFill>
        <a:latin typeface="+mj-lt"/>
        <a:ea typeface="+mn-ea"/>
        <a:cs typeface="+mn-cs"/>
      </a:defRPr>
    </a:lvl1pPr>
    <a:lvl2pPr marL="284163" indent="-171450" algn="l" defTabSz="914400" rtl="0" eaLnBrk="1" latinLnBrk="0" hangingPunct="1">
      <a:spcBef>
        <a:spcPts val="200"/>
      </a:spcBef>
      <a:spcAft>
        <a:spcPts val="200"/>
      </a:spcAft>
      <a:buFont typeface="Arial" panose="020B0604020202020204" pitchFamily="34" charset="0"/>
      <a:buChar char="•"/>
      <a:tabLst/>
      <a:defRPr sz="1200" kern="1200">
        <a:solidFill>
          <a:schemeClr val="tx1"/>
        </a:solidFill>
        <a:latin typeface="+mn-lt"/>
        <a:ea typeface="+mn-ea"/>
        <a:cs typeface="+mn-cs"/>
      </a:defRPr>
    </a:lvl2pPr>
    <a:lvl3pPr marL="460375" indent="-176213" algn="l" defTabSz="914400" rtl="0" eaLnBrk="1" latinLnBrk="0" hangingPunct="1">
      <a:spcBef>
        <a:spcPts val="0"/>
      </a:spcBef>
      <a:spcAft>
        <a:spcPts val="200"/>
      </a:spcAft>
      <a:buFont typeface="Arial" panose="020B0604020202020204" pitchFamily="34" charset="0"/>
      <a:buChar char="•"/>
      <a:defRPr sz="1200" kern="1200">
        <a:solidFill>
          <a:schemeClr val="tx1"/>
        </a:solidFill>
        <a:latin typeface="+mn-lt"/>
        <a:ea typeface="+mn-ea"/>
        <a:cs typeface="+mn-cs"/>
      </a:defRPr>
    </a:lvl3pPr>
    <a:lvl4pPr marL="630238" indent="-169863" algn="l" defTabSz="914400" rtl="0" eaLnBrk="1" latinLnBrk="0" hangingPunct="1">
      <a:spcBef>
        <a:spcPts val="0"/>
      </a:spcBef>
      <a:spcAft>
        <a:spcPts val="0"/>
      </a:spcAft>
      <a:buFont typeface="Arial" panose="020B0604020202020204" pitchFamily="34" charset="0"/>
      <a:buChar char="•"/>
      <a:defRPr sz="1200" kern="1200">
        <a:solidFill>
          <a:schemeClr val="tx1"/>
        </a:solidFill>
        <a:latin typeface="+mn-lt"/>
        <a:ea typeface="+mn-ea"/>
        <a:cs typeface="+mn-cs"/>
      </a:defRPr>
    </a:lvl4pPr>
    <a:lvl5pPr marL="801688" indent="-171450" algn="l" defTabSz="914400" rtl="0" eaLnBrk="1" latinLnBrk="0" hangingPunct="1">
      <a:spcBef>
        <a:spcPts val="0"/>
      </a:spcBef>
      <a:spcAft>
        <a:spcPts val="0"/>
      </a:spcAft>
      <a:buFont typeface="Arial" panose="020B0604020202020204" pitchFamily="34" charset="0"/>
      <a:buChar char="•"/>
      <a:defRPr sz="1200" kern="1200">
        <a:solidFill>
          <a:schemeClr val="tx1"/>
        </a:solidFill>
        <a:latin typeface="+mn-lt"/>
        <a:ea typeface="+mn-ea"/>
        <a:cs typeface="+mn-cs"/>
      </a:defRPr>
    </a:lvl5pPr>
    <a:lvl6pPr marL="973138" indent="-171450" algn="l" defTabSz="914400" rtl="0" eaLnBrk="1" latinLnBrk="0" hangingPunct="1">
      <a:spcBef>
        <a:spcPts val="0"/>
      </a:spcBef>
      <a:spcAft>
        <a:spcPts val="0"/>
      </a:spcAft>
      <a:buFont typeface="Arial" panose="020B0604020202020204" pitchFamily="34" charset="0"/>
      <a:buChar char="•"/>
      <a:defRPr sz="1200" kern="1200">
        <a:solidFill>
          <a:schemeClr val="tx1"/>
        </a:solidFill>
        <a:latin typeface="+mn-lt"/>
        <a:ea typeface="+mn-ea"/>
        <a:cs typeface="+mn-cs"/>
      </a:defRPr>
    </a:lvl6pPr>
    <a:lvl7pPr marL="1144588" indent="-171450" algn="l" defTabSz="914400" rtl="0" eaLnBrk="1" latinLnBrk="0" hangingPunct="1">
      <a:spcBef>
        <a:spcPts val="0"/>
      </a:spcBef>
      <a:spcAft>
        <a:spcPts val="0"/>
      </a:spcAft>
      <a:buFont typeface="Arial" panose="020B0604020202020204" pitchFamily="34" charset="0"/>
      <a:buChar char="•"/>
      <a:defRPr sz="1200" kern="1200">
        <a:solidFill>
          <a:schemeClr val="tx1"/>
        </a:solidFill>
        <a:latin typeface="+mn-lt"/>
        <a:ea typeface="+mn-ea"/>
        <a:cs typeface="+mn-cs"/>
      </a:defRPr>
    </a:lvl7pPr>
    <a:lvl8pPr marL="1316038" indent="-171450" algn="l" defTabSz="914400" rtl="0" eaLnBrk="1" latinLnBrk="0" hangingPunct="1">
      <a:spcBef>
        <a:spcPts val="0"/>
      </a:spcBef>
      <a:spcAft>
        <a:spcPts val="0"/>
      </a:spcAft>
      <a:buFont typeface="Arial" panose="020B0604020202020204" pitchFamily="34" charset="0"/>
      <a:buChar char="•"/>
      <a:defRPr sz="1200" kern="1200">
        <a:solidFill>
          <a:schemeClr val="tx1"/>
        </a:solidFill>
        <a:latin typeface="+mn-lt"/>
        <a:ea typeface="+mn-ea"/>
        <a:cs typeface="+mn-cs"/>
      </a:defRPr>
    </a:lvl8pPr>
    <a:lvl9pPr marL="1485900" indent="-169863" algn="l" defTabSz="914400" rtl="0" eaLnBrk="1" latinLnBrk="0" hangingPunct="1">
      <a:spcBef>
        <a:spcPts val="0"/>
      </a:spcBef>
      <a:spcAft>
        <a:spcPts val="0"/>
      </a:spcAft>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a:t>
            </a:fld>
            <a:endParaRPr lang="en-US"/>
          </a:p>
        </p:txBody>
      </p:sp>
    </p:spTree>
    <p:extLst>
      <p:ext uri="{BB962C8B-B14F-4D97-AF65-F5344CB8AC3E}">
        <p14:creationId xmlns:p14="http://schemas.microsoft.com/office/powerpoint/2010/main" val="4026559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6</a:t>
            </a:fld>
            <a:endParaRPr lang="en-US"/>
          </a:p>
        </p:txBody>
      </p:sp>
    </p:spTree>
    <p:extLst>
      <p:ext uri="{BB962C8B-B14F-4D97-AF65-F5344CB8AC3E}">
        <p14:creationId xmlns:p14="http://schemas.microsoft.com/office/powerpoint/2010/main" val="3588765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8</a:t>
            </a:fld>
            <a:endParaRPr lang="en-US"/>
          </a:p>
        </p:txBody>
      </p:sp>
    </p:spTree>
    <p:extLst>
      <p:ext uri="{BB962C8B-B14F-4D97-AF65-F5344CB8AC3E}">
        <p14:creationId xmlns:p14="http://schemas.microsoft.com/office/powerpoint/2010/main" val="233218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10</a:t>
            </a:fld>
            <a:endParaRPr lang="en-US"/>
          </a:p>
        </p:txBody>
      </p:sp>
    </p:spTree>
    <p:extLst>
      <p:ext uri="{BB962C8B-B14F-4D97-AF65-F5344CB8AC3E}">
        <p14:creationId xmlns:p14="http://schemas.microsoft.com/office/powerpoint/2010/main" val="397680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12</a:t>
            </a:fld>
            <a:endParaRPr lang="en-US"/>
          </a:p>
        </p:txBody>
      </p:sp>
    </p:spTree>
    <p:extLst>
      <p:ext uri="{BB962C8B-B14F-4D97-AF65-F5344CB8AC3E}">
        <p14:creationId xmlns:p14="http://schemas.microsoft.com/office/powerpoint/2010/main" val="1058803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14</a:t>
            </a:fld>
            <a:endParaRPr lang="en-US"/>
          </a:p>
        </p:txBody>
      </p:sp>
    </p:spTree>
    <p:extLst>
      <p:ext uri="{BB962C8B-B14F-4D97-AF65-F5344CB8AC3E}">
        <p14:creationId xmlns:p14="http://schemas.microsoft.com/office/powerpoint/2010/main" val="196244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16</a:t>
            </a:fld>
            <a:endParaRPr lang="en-US"/>
          </a:p>
        </p:txBody>
      </p:sp>
    </p:spTree>
    <p:extLst>
      <p:ext uri="{BB962C8B-B14F-4D97-AF65-F5344CB8AC3E}">
        <p14:creationId xmlns:p14="http://schemas.microsoft.com/office/powerpoint/2010/main" val="3114432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18</a:t>
            </a:fld>
            <a:endParaRPr lang="en-US"/>
          </a:p>
        </p:txBody>
      </p:sp>
    </p:spTree>
    <p:extLst>
      <p:ext uri="{BB962C8B-B14F-4D97-AF65-F5344CB8AC3E}">
        <p14:creationId xmlns:p14="http://schemas.microsoft.com/office/powerpoint/2010/main" val="3178960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20</a:t>
            </a:fld>
            <a:endParaRPr lang="en-US"/>
          </a:p>
        </p:txBody>
      </p:sp>
    </p:spTree>
    <p:extLst>
      <p:ext uri="{BB962C8B-B14F-4D97-AF65-F5344CB8AC3E}">
        <p14:creationId xmlns:p14="http://schemas.microsoft.com/office/powerpoint/2010/main" val="2236162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22</a:t>
            </a:fld>
            <a:endParaRPr lang="en-US"/>
          </a:p>
        </p:txBody>
      </p:sp>
    </p:spTree>
    <p:extLst>
      <p:ext uri="{BB962C8B-B14F-4D97-AF65-F5344CB8AC3E}">
        <p14:creationId xmlns:p14="http://schemas.microsoft.com/office/powerpoint/2010/main" val="2798724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24</a:t>
            </a:fld>
            <a:endParaRPr lang="en-US"/>
          </a:p>
        </p:txBody>
      </p:sp>
    </p:spTree>
    <p:extLst>
      <p:ext uri="{BB962C8B-B14F-4D97-AF65-F5344CB8AC3E}">
        <p14:creationId xmlns:p14="http://schemas.microsoft.com/office/powerpoint/2010/main" val="456220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85000"/>
              </a:lnSpc>
              <a:spcBef>
                <a:spcPts val="600"/>
              </a:spcBef>
              <a:spcAft>
                <a:spcPts val="0"/>
              </a:spcAft>
              <a:buClrTx/>
              <a:buSzTx/>
              <a:buFontTx/>
              <a:buNone/>
              <a:tabLst/>
              <a:defRPr/>
            </a:pPr>
            <a:r>
              <a:rPr lang="en-US" dirty="0"/>
              <a:t>You can use the industry-standard SNMP protocol to manage BIG-IP® devices on a network. To do this, you must configure the SNMP agent on the BIG-IP system. The primary tasks in configuring the SNMP agent are configuring client access to the SNMP agent, and controlling access to SNMP data.</a:t>
            </a:r>
          </a:p>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34</a:t>
            </a:fld>
            <a:endParaRPr lang="en-US"/>
          </a:p>
        </p:txBody>
      </p:sp>
    </p:spTree>
    <p:extLst>
      <p:ext uri="{BB962C8B-B14F-4D97-AF65-F5344CB8AC3E}">
        <p14:creationId xmlns:p14="http://schemas.microsoft.com/office/powerpoint/2010/main" val="2657876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85000"/>
              </a:lnSpc>
              <a:spcBef>
                <a:spcPts val="600"/>
              </a:spcBef>
              <a:spcAft>
                <a:spcPts val="0"/>
              </a:spcAft>
              <a:buClrTx/>
              <a:buSzTx/>
              <a:buFontTx/>
              <a:buNone/>
              <a:tabLst/>
              <a:defRPr/>
            </a:pPr>
            <a:r>
              <a:rPr lang="en-US" dirty="0"/>
              <a:t>SNMP traps are definitions of unsolicited notification messages that the BIG-IP® alert system and the SNMP agent send to the SNMP manager when certain events occur on the BIG-IP system. Configuring SNMP traps on a BIG-IP system means configuring how the BIG-IP system handles traps, as well as setting the destination to which the notifications are sent.</a:t>
            </a:r>
          </a:p>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35</a:t>
            </a:fld>
            <a:endParaRPr lang="en-US"/>
          </a:p>
        </p:txBody>
      </p:sp>
    </p:spTree>
    <p:extLst>
      <p:ext uri="{BB962C8B-B14F-4D97-AF65-F5344CB8AC3E}">
        <p14:creationId xmlns:p14="http://schemas.microsoft.com/office/powerpoint/2010/main" val="3230837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Logging for</a:t>
            </a:r>
            <a:r>
              <a:rPr lang="en-US" baseline="0" dirty="0"/>
              <a:t> all BIG-IP modules consists of three common logging elements; Pools, Destinations and Publishers.</a:t>
            </a:r>
          </a:p>
          <a:p>
            <a:endParaRPr lang="en-US" baseline="0" dirty="0"/>
          </a:p>
          <a:p>
            <a:r>
              <a:rPr lang="en-US" baseline="0" dirty="0"/>
              <a:t>Pools are a collection of logging servers defined by IP address and port.</a:t>
            </a:r>
          </a:p>
          <a:p>
            <a:endParaRPr lang="en-US" baseline="0" dirty="0"/>
          </a:p>
          <a:p>
            <a:r>
              <a:rPr lang="en-US" baseline="0" dirty="0"/>
              <a:t>Destinations define the format the messages and the pool the message is to be sent too.  You will always have to configure to high-speed destinations, a unformatted destination and a formatted destination.</a:t>
            </a:r>
          </a:p>
          <a:p>
            <a:pPr marL="171450" indent="-171450">
              <a:buFontTx/>
              <a:buChar char="-"/>
            </a:pPr>
            <a:r>
              <a:rPr lang="en-US" baseline="0" dirty="0"/>
              <a:t>Unformatted aka High-Speed Logging (HSL) destinations defined the pool a message will be sent too.</a:t>
            </a:r>
          </a:p>
          <a:p>
            <a:pPr marL="171450" indent="-171450">
              <a:buFontTx/>
              <a:buChar char="-"/>
            </a:pPr>
            <a:r>
              <a:rPr lang="en-US" baseline="0" dirty="0"/>
              <a:t>Formatted destinations define the format of the message (i.e. Splunk or Syslog) and the HSL destination of the formatted message.</a:t>
            </a:r>
          </a:p>
          <a:p>
            <a:pPr marL="0" indent="0">
              <a:buFontTx/>
              <a:buNone/>
            </a:pPr>
            <a:endParaRPr lang="en-US" baseline="0" dirty="0"/>
          </a:p>
          <a:p>
            <a:pPr marL="0" indent="0">
              <a:buFontTx/>
              <a:buNone/>
            </a:pPr>
            <a:r>
              <a:rPr lang="en-US" baseline="0" dirty="0"/>
              <a:t>Publishers are collections for Formatted Destination.  Messages generated will be sent to each Formatted Destination in a publisher.</a:t>
            </a:r>
            <a:endParaRPr lang="en-US" dirty="0"/>
          </a:p>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36</a:t>
            </a:fld>
            <a:endParaRPr lang="en-US"/>
          </a:p>
        </p:txBody>
      </p:sp>
    </p:spTree>
    <p:extLst>
      <p:ext uri="{BB962C8B-B14F-4D97-AF65-F5344CB8AC3E}">
        <p14:creationId xmlns:p14="http://schemas.microsoft.com/office/powerpoint/2010/main" val="3098538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defTabSz="914292">
              <a:defRPr/>
            </a:pPr>
            <a:r>
              <a:rPr lang="en-US" dirty="0"/>
              <a:t>Here are the steps involved</a:t>
            </a:r>
            <a:r>
              <a:rPr lang="en-US" baseline="0" dirty="0"/>
              <a:t> in remote logging under the new logging paradigm.  While it appears to be a lot of steps, the flexibility and power are well worth the additional effort.   </a:t>
            </a:r>
          </a:p>
          <a:p>
            <a:pPr defTabSz="914292">
              <a:defRPr/>
            </a:pPr>
            <a:endParaRPr lang="en-US" baseline="0" dirty="0"/>
          </a:p>
          <a:p>
            <a:pPr defTabSz="914292">
              <a:defRPr/>
            </a:pPr>
            <a:r>
              <a:rPr lang="en-US" baseline="0" dirty="0"/>
              <a:t>The user creates a pool of remote logging servers, a High Speed Logging Destination, a Formatted Destination, and a Publisher.  Further configuration steps depend on which logging application is being configured.  System Logging uses Filters.  The Advanced Firewall Manager (AFM), Protocol Security Module (PSM) and Application Security Manager (ASM) modules, along with High Speed DNS Logging, all use logging profiles which are then attached to the relevant configuration elements.  </a:t>
            </a:r>
          </a:p>
          <a:p>
            <a:pPr defTabSz="914292">
              <a:defRPr/>
            </a:pPr>
            <a:endParaRPr lang="en-US" baseline="0" dirty="0"/>
          </a:p>
        </p:txBody>
      </p:sp>
      <p:sp>
        <p:nvSpPr>
          <p:cNvPr id="4" name="Slide Number Placeholder 3"/>
          <p:cNvSpPr>
            <a:spLocks noGrp="1"/>
          </p:cNvSpPr>
          <p:nvPr>
            <p:ph type="sldNum" sz="quarter" idx="10"/>
          </p:nvPr>
        </p:nvSpPr>
        <p:spPr/>
        <p:txBody>
          <a:bodyPr/>
          <a:lstStyle/>
          <a:p>
            <a:fld id="{E06EA6D7-E89D-4C58-A0D8-FA83E4BAF786}" type="slidenum">
              <a:rPr lang="en-US" smtClean="0"/>
              <a:pPr/>
              <a:t>37</a:t>
            </a:fld>
            <a:endParaRPr lang="en-US"/>
          </a:p>
        </p:txBody>
      </p:sp>
    </p:spTree>
    <p:extLst>
      <p:ext uri="{BB962C8B-B14F-4D97-AF65-F5344CB8AC3E}">
        <p14:creationId xmlns:p14="http://schemas.microsoft.com/office/powerpoint/2010/main" val="53934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Here's another</a:t>
            </a:r>
            <a:r>
              <a:rPr lang="en-US" baseline="0" dirty="0"/>
              <a:t> way to look at it.  Log Messages from the System, Advanced Firewall Manager (AFM), or High Speed DNS logging all go through a Publisher, which is a list of Destinations.  Generally, those Destinations will be Formatted Destinations.  The formats supported in this release are </a:t>
            </a:r>
            <a:r>
              <a:rPr lang="en-US" baseline="0" dirty="0" err="1"/>
              <a:t>Syslog</a:t>
            </a:r>
            <a:r>
              <a:rPr lang="en-US" baseline="0" dirty="0"/>
              <a:t>, </a:t>
            </a:r>
            <a:r>
              <a:rPr lang="en-US" baseline="0" dirty="0" err="1"/>
              <a:t>Splunk</a:t>
            </a:r>
            <a:r>
              <a:rPr lang="en-US" baseline="0" dirty="0"/>
              <a:t>, and </a:t>
            </a:r>
            <a:r>
              <a:rPr lang="en-US" baseline="0" dirty="0" err="1"/>
              <a:t>ArcSight</a:t>
            </a:r>
            <a:r>
              <a:rPr lang="en-US" baseline="0" dirty="0"/>
              <a:t>.  Formatted Destinations forward to a High Speed Logging (HSL) Destination, which consists of a pool name.  The HSL Destination then forwards to the Pool of log servers. </a:t>
            </a:r>
          </a:p>
          <a:p>
            <a:endParaRPr lang="en-US" baseline="0" dirty="0"/>
          </a:p>
          <a:p>
            <a:r>
              <a:rPr lang="en-US" baseline="0" dirty="0"/>
              <a:t>The publisher could actually send the messages to multiple locations in multiple formats, if needed.</a:t>
            </a:r>
          </a:p>
        </p:txBody>
      </p:sp>
      <p:sp>
        <p:nvSpPr>
          <p:cNvPr id="4" name="Slide Number Placeholder 3"/>
          <p:cNvSpPr>
            <a:spLocks noGrp="1"/>
          </p:cNvSpPr>
          <p:nvPr>
            <p:ph type="sldNum" sz="quarter" idx="10"/>
          </p:nvPr>
        </p:nvSpPr>
        <p:spPr/>
        <p:txBody>
          <a:bodyPr/>
          <a:lstStyle/>
          <a:p>
            <a:fld id="{E06EA6D7-E89D-4C58-A0D8-FA83E4BAF786}" type="slidenum">
              <a:rPr lang="en-US" smtClean="0"/>
              <a:pPr/>
              <a:t>38</a:t>
            </a:fld>
            <a:endParaRPr lang="en-US"/>
          </a:p>
        </p:txBody>
      </p:sp>
    </p:spTree>
    <p:extLst>
      <p:ext uri="{BB962C8B-B14F-4D97-AF65-F5344CB8AC3E}">
        <p14:creationId xmlns:p14="http://schemas.microsoft.com/office/powerpoint/2010/main" val="1313981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Creation of a pool of logging servers is no different</a:t>
            </a:r>
            <a:r>
              <a:rPr lang="en-US" baseline="0" dirty="0"/>
              <a:t> than creating any other pool.  This screen should be familiar to you.  </a:t>
            </a:r>
            <a:endParaRPr lang="en-US" dirty="0"/>
          </a:p>
        </p:txBody>
      </p:sp>
      <p:sp>
        <p:nvSpPr>
          <p:cNvPr id="4" name="Slide Number Placeholder 3"/>
          <p:cNvSpPr>
            <a:spLocks noGrp="1"/>
          </p:cNvSpPr>
          <p:nvPr>
            <p:ph type="sldNum" sz="quarter" idx="10"/>
          </p:nvPr>
        </p:nvSpPr>
        <p:spPr/>
        <p:txBody>
          <a:bodyPr/>
          <a:lstStyle/>
          <a:p>
            <a:fld id="{E06EA6D7-E89D-4C58-A0D8-FA83E4BAF786}" type="slidenum">
              <a:rPr lang="en-US" smtClean="0"/>
              <a:pPr/>
              <a:t>39</a:t>
            </a:fld>
            <a:endParaRPr lang="en-US" dirty="0"/>
          </a:p>
        </p:txBody>
      </p:sp>
    </p:spTree>
    <p:extLst>
      <p:ext uri="{BB962C8B-B14F-4D97-AF65-F5344CB8AC3E}">
        <p14:creationId xmlns:p14="http://schemas.microsoft.com/office/powerpoint/2010/main" val="399107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We'll start with the Remote High Speed Log,</a:t>
            </a:r>
            <a:r>
              <a:rPr lang="en-US" baseline="0" dirty="0"/>
              <a:t> or HSL, </a:t>
            </a:r>
            <a:r>
              <a:rPr lang="en-US" dirty="0"/>
              <a:t> Destination Type, as it is the foundation for the other three Types.  You cannot use the three</a:t>
            </a:r>
            <a:r>
              <a:rPr lang="en-US" baseline="0" dirty="0"/>
              <a:t> formatted Destination Types without an HSL Destination.  </a:t>
            </a:r>
            <a:r>
              <a:rPr lang="en-US" dirty="0"/>
              <a:t>As</a:t>
            </a:r>
            <a:r>
              <a:rPr lang="en-US" baseline="0" dirty="0"/>
              <a:t> shown here, we define the HSL Destination by selecting the pool of log servers defined previously.  The other element is the Protocol, not shown here.  TCP and UDP are the options.  TCP is the default.  </a:t>
            </a:r>
          </a:p>
          <a:p>
            <a:endParaRPr lang="en-US" baseline="0" dirty="0"/>
          </a:p>
          <a:p>
            <a:r>
              <a:rPr lang="en-US" baseline="0" dirty="0"/>
              <a:t>The HSL destination by itself has limited application for most users, but is a required component for the 3 supported destinations that provide formatting.  We'll look at those 3 formatted destinations shortly.</a:t>
            </a:r>
            <a:endParaRPr lang="en-US" dirty="0"/>
          </a:p>
        </p:txBody>
      </p:sp>
      <p:sp>
        <p:nvSpPr>
          <p:cNvPr id="4" name="Slide Number Placeholder 3"/>
          <p:cNvSpPr>
            <a:spLocks noGrp="1"/>
          </p:cNvSpPr>
          <p:nvPr>
            <p:ph type="sldNum" sz="quarter" idx="10"/>
          </p:nvPr>
        </p:nvSpPr>
        <p:spPr/>
        <p:txBody>
          <a:bodyPr/>
          <a:lstStyle/>
          <a:p>
            <a:fld id="{E06EA6D7-E89D-4C58-A0D8-FA83E4BAF786}" type="slidenum">
              <a:rPr lang="en-US" smtClean="0"/>
              <a:pPr/>
              <a:t>40</a:t>
            </a:fld>
            <a:endParaRPr lang="en-US"/>
          </a:p>
        </p:txBody>
      </p:sp>
    </p:spTree>
    <p:extLst>
      <p:ext uri="{BB962C8B-B14F-4D97-AF65-F5344CB8AC3E}">
        <p14:creationId xmlns:p14="http://schemas.microsoft.com/office/powerpoint/2010/main" val="4246271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Here</a:t>
            </a:r>
            <a:r>
              <a:rPr lang="en-US" baseline="0" dirty="0"/>
              <a:t> is a screenshot showing the creation of a remote </a:t>
            </a:r>
            <a:r>
              <a:rPr lang="en-US" baseline="0" dirty="0" err="1"/>
              <a:t>syslog</a:t>
            </a:r>
            <a:r>
              <a:rPr lang="en-US" baseline="0" dirty="0"/>
              <a:t> Destination.  The steps involved are naming the Destination,&lt;click&gt;  specifying which </a:t>
            </a:r>
            <a:r>
              <a:rPr lang="en-US" baseline="0" dirty="0" err="1"/>
              <a:t>syslog</a:t>
            </a:r>
            <a:r>
              <a:rPr lang="en-US" baseline="0" dirty="0"/>
              <a:t> format your pool members use &lt;click&gt; and selecting the previously created High Speed Log Destination.  </a:t>
            </a:r>
            <a:endParaRPr lang="en-US" dirty="0"/>
          </a:p>
        </p:txBody>
      </p:sp>
      <p:sp>
        <p:nvSpPr>
          <p:cNvPr id="4" name="Slide Number Placeholder 3"/>
          <p:cNvSpPr>
            <a:spLocks noGrp="1"/>
          </p:cNvSpPr>
          <p:nvPr>
            <p:ph type="sldNum" sz="quarter" idx="10"/>
          </p:nvPr>
        </p:nvSpPr>
        <p:spPr/>
        <p:txBody>
          <a:bodyPr/>
          <a:lstStyle/>
          <a:p>
            <a:fld id="{E06EA6D7-E89D-4C58-A0D8-FA83E4BAF786}" type="slidenum">
              <a:rPr lang="en-US" smtClean="0"/>
              <a:pPr/>
              <a:t>41</a:t>
            </a:fld>
            <a:endParaRPr lang="en-US"/>
          </a:p>
        </p:txBody>
      </p:sp>
    </p:spTree>
    <p:extLst>
      <p:ext uri="{BB962C8B-B14F-4D97-AF65-F5344CB8AC3E}">
        <p14:creationId xmlns:p14="http://schemas.microsoft.com/office/powerpoint/2010/main" val="3183763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defTabSz="914292">
              <a:defRPr/>
            </a:pPr>
            <a:r>
              <a:rPr lang="en-US" dirty="0"/>
              <a:t>A Log Publisher</a:t>
            </a:r>
            <a:r>
              <a:rPr lang="en-US" baseline="0" dirty="0"/>
              <a:t> is a collection or list of log Destinations you want to send the message too. Here the user has selected two Destinations. </a:t>
            </a:r>
            <a:endParaRPr lang="en-US" dirty="0"/>
          </a:p>
          <a:p>
            <a:pPr defTabSz="914292">
              <a:defRPr/>
            </a:pPr>
            <a:endParaRPr lang="en-US" baseline="0" dirty="0"/>
          </a:p>
          <a:p>
            <a:pPr defTabSz="914292">
              <a:defRPr/>
            </a:pPr>
            <a:r>
              <a:rPr lang="en-US" baseline="0" dirty="0"/>
              <a:t>Log Publishers are used by Filters for System Logging and by Logging Profiles for the Advanced Firewall Manager, Protocol Security Module, and High Speed DNS Logging.  These applications are discussed later.</a:t>
            </a:r>
            <a:endParaRPr lang="en-US" dirty="0"/>
          </a:p>
        </p:txBody>
      </p:sp>
      <p:sp>
        <p:nvSpPr>
          <p:cNvPr id="4" name="Slide Number Placeholder 3"/>
          <p:cNvSpPr>
            <a:spLocks noGrp="1"/>
          </p:cNvSpPr>
          <p:nvPr>
            <p:ph type="sldNum" sz="quarter" idx="10"/>
          </p:nvPr>
        </p:nvSpPr>
        <p:spPr/>
        <p:txBody>
          <a:bodyPr/>
          <a:lstStyle/>
          <a:p>
            <a:fld id="{E06EA6D7-E89D-4C58-A0D8-FA83E4BAF786}" type="slidenum">
              <a:rPr lang="en-US" smtClean="0"/>
              <a:pPr/>
              <a:t>42</a:t>
            </a:fld>
            <a:endParaRPr lang="en-US"/>
          </a:p>
        </p:txBody>
      </p:sp>
    </p:spTree>
    <p:extLst>
      <p:ext uri="{BB962C8B-B14F-4D97-AF65-F5344CB8AC3E}">
        <p14:creationId xmlns:p14="http://schemas.microsoft.com/office/powerpoint/2010/main" val="2943887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new way to configure</a:t>
            </a:r>
            <a:r>
              <a:rPr lang="en-US" baseline="0" dirty="0"/>
              <a:t> System Logging requires the elements described previously and a new feature call the System Logging (TMM) Filter.</a:t>
            </a:r>
            <a:endParaRPr lang="en-US" dirty="0"/>
          </a:p>
          <a:p>
            <a:endParaRPr lang="en-US" dirty="0"/>
          </a:p>
          <a:p>
            <a:r>
              <a:rPr lang="en-US" dirty="0"/>
              <a:t>The</a:t>
            </a:r>
            <a:r>
              <a:rPr lang="en-US" baseline="0" dirty="0"/>
              <a:t> System Logging Filter configuration elements consist of a unique Name,&lt;click&gt; an optional description&lt;click&gt;, a Severity threshold&lt;click&gt;, a Source of log messages&lt;click&gt;, which can be a single process or all processes, an optional message ID to match against&lt;click&gt;, and a Log Publisher&lt;click&gt;. We'll look into some of these elements in more detail.</a:t>
            </a:r>
            <a:endParaRPr lang="en-US" dirty="0"/>
          </a:p>
        </p:txBody>
      </p:sp>
      <p:sp>
        <p:nvSpPr>
          <p:cNvPr id="4" name="Slide Number Placeholder 3"/>
          <p:cNvSpPr>
            <a:spLocks noGrp="1"/>
          </p:cNvSpPr>
          <p:nvPr>
            <p:ph type="sldNum" sz="quarter" idx="10"/>
          </p:nvPr>
        </p:nvSpPr>
        <p:spPr/>
        <p:txBody>
          <a:bodyPr/>
          <a:lstStyle/>
          <a:p>
            <a:fld id="{E06EA6D7-E89D-4C58-A0D8-FA83E4BAF786}" type="slidenum">
              <a:rPr lang="en-US" smtClean="0"/>
              <a:pPr/>
              <a:t>43</a:t>
            </a:fld>
            <a:endParaRPr lang="en-US"/>
          </a:p>
        </p:txBody>
      </p:sp>
    </p:spTree>
    <p:extLst>
      <p:ext uri="{BB962C8B-B14F-4D97-AF65-F5344CB8AC3E}">
        <p14:creationId xmlns:p14="http://schemas.microsoft.com/office/powerpoint/2010/main" val="3633370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restrict access to the management port, both SSH and GUI via access list.</a:t>
            </a:r>
          </a:p>
        </p:txBody>
      </p:sp>
      <p:sp>
        <p:nvSpPr>
          <p:cNvPr id="4" name="Slide Number Placeholder 3"/>
          <p:cNvSpPr>
            <a:spLocks noGrp="1"/>
          </p:cNvSpPr>
          <p:nvPr>
            <p:ph type="sldNum" sz="quarter" idx="5"/>
          </p:nvPr>
        </p:nvSpPr>
        <p:spPr/>
        <p:txBody>
          <a:bodyPr/>
          <a:lstStyle/>
          <a:p>
            <a:fld id="{1C7DBAA2-1EED-4FC8-A856-5AEA357CCC8F}" type="slidenum">
              <a:rPr lang="en-US" smtClean="0"/>
              <a:t>51</a:t>
            </a:fld>
            <a:endParaRPr lang="en-US"/>
          </a:p>
        </p:txBody>
      </p:sp>
    </p:spTree>
    <p:extLst>
      <p:ext uri="{BB962C8B-B14F-4D97-AF65-F5344CB8AC3E}">
        <p14:creationId xmlns:p14="http://schemas.microsoft.com/office/powerpoint/2010/main" val="736833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&lt;intentionally left</a:t>
            </a:r>
            <a:r>
              <a:rPr lang="en-US" baseline="0" dirty="0"/>
              <a:t> blank&gt;</a:t>
            </a:r>
            <a:endParaRPr lang="en-US" dirty="0"/>
          </a:p>
          <a:p>
            <a:endParaRPr lang="en-US" dirty="0"/>
          </a:p>
        </p:txBody>
      </p:sp>
      <p:sp>
        <p:nvSpPr>
          <p:cNvPr id="4" name="Footer Placeholder 3"/>
          <p:cNvSpPr>
            <a:spLocks noGrp="1"/>
          </p:cNvSpPr>
          <p:nvPr>
            <p:ph type="ftr" sz="quarter" idx="10"/>
          </p:nvPr>
        </p:nvSpPr>
        <p:spPr/>
        <p:txBody>
          <a:bodyPr/>
          <a:lstStyle/>
          <a:p>
            <a:r>
              <a:rPr lang="en-US"/>
              <a:t>F5 Agility 2016</a:t>
            </a:r>
            <a:endParaRPr lang="en-US" dirty="0"/>
          </a:p>
        </p:txBody>
      </p:sp>
      <p:sp>
        <p:nvSpPr>
          <p:cNvPr id="5" name="Slide Number Placeholder 4"/>
          <p:cNvSpPr>
            <a:spLocks noGrp="1"/>
          </p:cNvSpPr>
          <p:nvPr>
            <p:ph type="sldNum" sz="quarter" idx="11"/>
          </p:nvPr>
        </p:nvSpPr>
        <p:spPr/>
        <p:txBody>
          <a:bodyPr/>
          <a:lstStyle/>
          <a:p>
            <a:fld id="{8BA17A2C-01D8-4C3B-BAC4-10BA82BB3F55}" type="slidenum">
              <a:rPr lang="en-US" smtClean="0"/>
              <a:pPr/>
              <a:t>54</a:t>
            </a:fld>
            <a:endParaRPr lang="en-US" dirty="0"/>
          </a:p>
        </p:txBody>
      </p:sp>
    </p:spTree>
    <p:extLst>
      <p:ext uri="{BB962C8B-B14F-4D97-AF65-F5344CB8AC3E}">
        <p14:creationId xmlns:p14="http://schemas.microsoft.com/office/powerpoint/2010/main" val="4012138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YouTube video.</a:t>
            </a:r>
          </a:p>
        </p:txBody>
      </p:sp>
      <p:sp>
        <p:nvSpPr>
          <p:cNvPr id="4" name="Slide Number Placeholder 3"/>
          <p:cNvSpPr>
            <a:spLocks noGrp="1"/>
          </p:cNvSpPr>
          <p:nvPr>
            <p:ph type="sldNum" sz="quarter" idx="5"/>
          </p:nvPr>
        </p:nvSpPr>
        <p:spPr/>
        <p:txBody>
          <a:bodyPr/>
          <a:lstStyle/>
          <a:p>
            <a:fld id="{1C7DBAA2-1EED-4FC8-A856-5AEA357CCC8F}" type="slidenum">
              <a:rPr lang="en-US" smtClean="0"/>
              <a:t>58</a:t>
            </a:fld>
            <a:endParaRPr lang="en-US"/>
          </a:p>
        </p:txBody>
      </p:sp>
    </p:spTree>
    <p:extLst>
      <p:ext uri="{BB962C8B-B14F-4D97-AF65-F5344CB8AC3E}">
        <p14:creationId xmlns:p14="http://schemas.microsoft.com/office/powerpoint/2010/main" val="2201580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find your software images on https://downloads.f5.com.  It will require you to have an F5 account.</a:t>
            </a:r>
          </a:p>
        </p:txBody>
      </p:sp>
      <p:sp>
        <p:nvSpPr>
          <p:cNvPr id="4" name="Footer Placeholder 3"/>
          <p:cNvSpPr>
            <a:spLocks noGrp="1"/>
          </p:cNvSpPr>
          <p:nvPr>
            <p:ph type="ftr" sz="quarter" idx="10"/>
          </p:nvPr>
        </p:nvSpPr>
        <p:spPr/>
        <p:txBody>
          <a:bodyPr/>
          <a:lstStyle/>
          <a:p>
            <a:r>
              <a:rPr lang="en-US"/>
              <a:t>F5 Agility 2016</a:t>
            </a:r>
            <a:endParaRPr lang="en-US" dirty="0"/>
          </a:p>
        </p:txBody>
      </p:sp>
      <p:sp>
        <p:nvSpPr>
          <p:cNvPr id="5" name="Slide Number Placeholder 4"/>
          <p:cNvSpPr>
            <a:spLocks noGrp="1"/>
          </p:cNvSpPr>
          <p:nvPr>
            <p:ph type="sldNum" sz="quarter" idx="11"/>
          </p:nvPr>
        </p:nvSpPr>
        <p:spPr/>
        <p:txBody>
          <a:bodyPr/>
          <a:lstStyle/>
          <a:p>
            <a:fld id="{8BA17A2C-01D8-4C3B-BAC4-10BA82BB3F55}" type="slidenum">
              <a:rPr lang="en-US" smtClean="0"/>
              <a:pPr/>
              <a:t>59</a:t>
            </a:fld>
            <a:endParaRPr lang="en-US" dirty="0"/>
          </a:p>
        </p:txBody>
      </p:sp>
    </p:spTree>
    <p:extLst>
      <p:ext uri="{BB962C8B-B14F-4D97-AF65-F5344CB8AC3E}">
        <p14:creationId xmlns:p14="http://schemas.microsoft.com/office/powerpoint/2010/main" val="1206354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the boot location is relatively simple again you can do it through TMSH or through the GUI when you go to system software management boot locations the active status is the boot volume.  </a:t>
            </a:r>
          </a:p>
        </p:txBody>
      </p:sp>
      <p:sp>
        <p:nvSpPr>
          <p:cNvPr id="4" name="Slide Number Placeholder 3"/>
          <p:cNvSpPr>
            <a:spLocks noGrp="1"/>
          </p:cNvSpPr>
          <p:nvPr>
            <p:ph type="sldNum" sz="quarter" idx="5"/>
          </p:nvPr>
        </p:nvSpPr>
        <p:spPr/>
        <p:txBody>
          <a:bodyPr/>
          <a:lstStyle/>
          <a:p>
            <a:fld id="{1C7DBAA2-1EED-4FC8-A856-5AEA357CCC8F}" type="slidenum">
              <a:rPr lang="en-US" smtClean="0"/>
              <a:t>60</a:t>
            </a:fld>
            <a:endParaRPr lang="en-US"/>
          </a:p>
        </p:txBody>
      </p:sp>
    </p:spTree>
    <p:extLst>
      <p:ext uri="{BB962C8B-B14F-4D97-AF65-F5344CB8AC3E}">
        <p14:creationId xmlns:p14="http://schemas.microsoft.com/office/powerpoint/2010/main" val="2935108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software images can be done through TMSH or the GUI.   When installing a new software image you have the option of installing on a current inactive boot volume or creating  a new boot volume by using </a:t>
            </a:r>
            <a:r>
              <a:rPr lang="en-US" dirty="0" err="1"/>
              <a:t>alphanumerics</a:t>
            </a:r>
            <a:r>
              <a:rPr lang="en-US" dirty="0"/>
              <a:t> to create a new boot volume.  Except for BIG-IP VE 1 slot versions,  BIG-IPs will be able to have two or more boot volumes.  If disk space is not available for a new volume, then you will have to overwrite or delete and existing inactive volume.</a:t>
            </a:r>
          </a:p>
        </p:txBody>
      </p:sp>
      <p:sp>
        <p:nvSpPr>
          <p:cNvPr id="4" name="Slide Number Placeholder 3"/>
          <p:cNvSpPr>
            <a:spLocks noGrp="1"/>
          </p:cNvSpPr>
          <p:nvPr>
            <p:ph type="sldNum" sz="quarter" idx="5"/>
          </p:nvPr>
        </p:nvSpPr>
        <p:spPr/>
        <p:txBody>
          <a:bodyPr/>
          <a:lstStyle/>
          <a:p>
            <a:fld id="{1C7DBAA2-1EED-4FC8-A856-5AEA357CCC8F}" type="slidenum">
              <a:rPr lang="en-US" smtClean="0"/>
              <a:t>61</a:t>
            </a:fld>
            <a:endParaRPr lang="en-US"/>
          </a:p>
        </p:txBody>
      </p:sp>
    </p:spTree>
    <p:extLst>
      <p:ext uri="{BB962C8B-B14F-4D97-AF65-F5344CB8AC3E}">
        <p14:creationId xmlns:p14="http://schemas.microsoft.com/office/powerpoint/2010/main" val="10392082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config sync status can be seen in a number of different ways;</a:t>
            </a:r>
          </a:p>
          <a:p>
            <a:pPr marL="171450" indent="-171450">
              <a:buFont typeface="Arial" panose="020B0604020202020204" pitchFamily="34" charset="0"/>
              <a:buChar char="•"/>
            </a:pPr>
            <a:r>
              <a:rPr lang="en-US" dirty="0"/>
              <a:t>It is in the upper left hand corner of the big IP GUI next to F5 ball as you can see in the page here I</a:t>
            </a:r>
            <a:r>
              <a:rPr lang="en-US" b="1" dirty="0"/>
              <a:t>n Sync </a:t>
            </a:r>
          </a:p>
          <a:p>
            <a:pPr marL="171450" indent="-171450">
              <a:buFont typeface="Arial" panose="020B0604020202020204" pitchFamily="34" charset="0"/>
              <a:buChar char="•"/>
            </a:pPr>
            <a:r>
              <a:rPr lang="en-US" dirty="0"/>
              <a:t>It can be seen under the device management overview</a:t>
            </a:r>
          </a:p>
          <a:p>
            <a:pPr marL="171450" indent="-171450">
              <a:buFont typeface="Arial" panose="020B0604020202020204" pitchFamily="34" charset="0"/>
              <a:buChar char="•"/>
            </a:pPr>
            <a:r>
              <a:rPr lang="en-US" dirty="0"/>
              <a:t>And as part of the Linux or TMSH prompt</a:t>
            </a:r>
          </a:p>
          <a:p>
            <a:pPr marL="0" indent="0">
              <a:buFont typeface="Arial" panose="020B0604020202020204" pitchFamily="34" charset="0"/>
              <a:buNone/>
            </a:pPr>
            <a:r>
              <a:rPr lang="en-US" dirty="0"/>
              <a:t>By default config sync is a manual process.  The reason for this is to prevent a user from making a misconfiguration and having that erroneous configuration automatically pushed over to the other BIG-IPs in the service cluster so that there is no recovery by just failing over.  In that case, recovery would require reconfiguring or restoring from a UCS.</a:t>
            </a:r>
          </a:p>
        </p:txBody>
      </p:sp>
      <p:sp>
        <p:nvSpPr>
          <p:cNvPr id="4" name="Slide Number Placeholder 3"/>
          <p:cNvSpPr>
            <a:spLocks noGrp="1"/>
          </p:cNvSpPr>
          <p:nvPr>
            <p:ph type="sldNum" sz="quarter" idx="5"/>
          </p:nvPr>
        </p:nvSpPr>
        <p:spPr/>
        <p:txBody>
          <a:bodyPr/>
          <a:lstStyle/>
          <a:p>
            <a:fld id="{1C7DBAA2-1EED-4FC8-A856-5AEA357CCC8F}" type="slidenum">
              <a:rPr lang="en-US" smtClean="0"/>
              <a:t>70</a:t>
            </a:fld>
            <a:endParaRPr lang="en-US"/>
          </a:p>
        </p:txBody>
      </p:sp>
    </p:spTree>
    <p:extLst>
      <p:ext uri="{BB962C8B-B14F-4D97-AF65-F5344CB8AC3E}">
        <p14:creationId xmlns:p14="http://schemas.microsoft.com/office/powerpoint/2010/main" val="3855912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here there are number of reasons you may need to perform a config sync.</a:t>
            </a:r>
          </a:p>
        </p:txBody>
      </p:sp>
      <p:sp>
        <p:nvSpPr>
          <p:cNvPr id="4" name="Slide Number Placeholder 3"/>
          <p:cNvSpPr>
            <a:spLocks noGrp="1"/>
          </p:cNvSpPr>
          <p:nvPr>
            <p:ph type="sldNum" sz="quarter" idx="5"/>
          </p:nvPr>
        </p:nvSpPr>
        <p:spPr/>
        <p:txBody>
          <a:bodyPr/>
          <a:lstStyle/>
          <a:p>
            <a:fld id="{1C7DBAA2-1EED-4FC8-A856-5AEA357CCC8F}" type="slidenum">
              <a:rPr lang="en-US" smtClean="0"/>
              <a:t>71</a:t>
            </a:fld>
            <a:endParaRPr lang="en-US"/>
          </a:p>
        </p:txBody>
      </p:sp>
    </p:spTree>
    <p:extLst>
      <p:ext uri="{BB962C8B-B14F-4D97-AF65-F5344CB8AC3E}">
        <p14:creationId xmlns:p14="http://schemas.microsoft.com/office/powerpoint/2010/main" val="5165642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concept of master or slave into device service cluster.  This means that if one admin was on bigip1 and made a change and another admin was on bigip2 and made a change those changes wouldn't sync up. Each device would have a different configuration at that point and a config sync from one device would overwrite the changes on the other device. Comparing configuration timestamps can help an administrator determine which device has the latest configuration or if somehow the devices our out of sync.  This is why NTP is vitally important on BIG-IPs in a device service cluster.</a:t>
            </a:r>
          </a:p>
        </p:txBody>
      </p:sp>
      <p:sp>
        <p:nvSpPr>
          <p:cNvPr id="4" name="Slide Number Placeholder 3"/>
          <p:cNvSpPr>
            <a:spLocks noGrp="1"/>
          </p:cNvSpPr>
          <p:nvPr>
            <p:ph type="sldNum" sz="quarter" idx="5"/>
          </p:nvPr>
        </p:nvSpPr>
        <p:spPr/>
        <p:txBody>
          <a:bodyPr/>
          <a:lstStyle/>
          <a:p>
            <a:fld id="{1C7DBAA2-1EED-4FC8-A856-5AEA357CCC8F}" type="slidenum">
              <a:rPr lang="en-US" smtClean="0"/>
              <a:t>72</a:t>
            </a:fld>
            <a:endParaRPr lang="en-US"/>
          </a:p>
        </p:txBody>
      </p:sp>
    </p:spTree>
    <p:extLst>
      <p:ext uri="{BB962C8B-B14F-4D97-AF65-F5344CB8AC3E}">
        <p14:creationId xmlns:p14="http://schemas.microsoft.com/office/powerpoint/2010/main" val="32857723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you need to do a config sync you will have two options, you can push or pull.  When you want to perform your config sync procedure you will select the device and then you will either push that device’s configuration to all the other devices in the cluster or you will pull from the other devices in the cluster and overwrite the configuration of the device you selected.</a:t>
            </a:r>
          </a:p>
        </p:txBody>
      </p:sp>
      <p:sp>
        <p:nvSpPr>
          <p:cNvPr id="4" name="Slide Number Placeholder 3"/>
          <p:cNvSpPr>
            <a:spLocks noGrp="1"/>
          </p:cNvSpPr>
          <p:nvPr>
            <p:ph type="sldNum" sz="quarter" idx="5"/>
          </p:nvPr>
        </p:nvSpPr>
        <p:spPr/>
        <p:txBody>
          <a:bodyPr/>
          <a:lstStyle/>
          <a:p>
            <a:fld id="{1C7DBAA2-1EED-4FC8-A856-5AEA357CCC8F}" type="slidenum">
              <a:rPr lang="en-US" smtClean="0"/>
              <a:t>73</a:t>
            </a:fld>
            <a:endParaRPr lang="en-US"/>
          </a:p>
        </p:txBody>
      </p:sp>
    </p:spTree>
    <p:extLst>
      <p:ext uri="{BB962C8B-B14F-4D97-AF65-F5344CB8AC3E}">
        <p14:creationId xmlns:p14="http://schemas.microsoft.com/office/powerpoint/2010/main" val="174434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also be done from the TMSH command line.</a:t>
            </a:r>
          </a:p>
        </p:txBody>
      </p:sp>
      <p:sp>
        <p:nvSpPr>
          <p:cNvPr id="4" name="Slide Number Placeholder 3"/>
          <p:cNvSpPr>
            <a:spLocks noGrp="1"/>
          </p:cNvSpPr>
          <p:nvPr>
            <p:ph type="sldNum" sz="quarter" idx="5"/>
          </p:nvPr>
        </p:nvSpPr>
        <p:spPr/>
        <p:txBody>
          <a:bodyPr/>
          <a:lstStyle/>
          <a:p>
            <a:fld id="{1C7DBAA2-1EED-4FC8-A856-5AEA357CCC8F}" type="slidenum">
              <a:rPr lang="en-US" smtClean="0"/>
              <a:t>74</a:t>
            </a:fld>
            <a:endParaRPr lang="en-US"/>
          </a:p>
        </p:txBody>
      </p:sp>
    </p:spTree>
    <p:extLst>
      <p:ext uri="{BB962C8B-B14F-4D97-AF65-F5344CB8AC3E}">
        <p14:creationId xmlns:p14="http://schemas.microsoft.com/office/powerpoint/2010/main" val="8495502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number of things that can cause errors in the config sync process or in the device group . </a:t>
            </a:r>
          </a:p>
          <a:p>
            <a:pPr marL="171450" indent="-171450">
              <a:buFont typeface="Arial" panose="020B0604020202020204" pitchFamily="34" charset="0"/>
              <a:buChar char="•"/>
            </a:pPr>
            <a:r>
              <a:rPr lang="en-US" dirty="0"/>
              <a:t>For one thing devices in in a cluster must have the same licensing and same provisioning. </a:t>
            </a:r>
          </a:p>
          <a:p>
            <a:pPr marL="171450" indent="-171450">
              <a:buFont typeface="Arial" panose="020B0604020202020204" pitchFamily="34" charset="0"/>
              <a:buChar char="•"/>
            </a:pPr>
            <a:r>
              <a:rPr lang="en-US" dirty="0"/>
              <a:t>They must be running on the same software version. </a:t>
            </a:r>
          </a:p>
          <a:p>
            <a:pPr marL="171450" indent="-171450">
              <a:buFont typeface="Arial" panose="020B0604020202020204" pitchFamily="34" charset="0"/>
              <a:buChar char="•"/>
            </a:pPr>
            <a:r>
              <a:rPr lang="en-US" dirty="0"/>
              <a:t>NTP again is important they should all have the same time. </a:t>
            </a:r>
          </a:p>
          <a:p>
            <a:pPr marL="171450" indent="-171450">
              <a:buFont typeface="Arial" panose="020B0604020202020204" pitchFamily="34" charset="0"/>
              <a:buChar char="•"/>
            </a:pPr>
            <a:r>
              <a:rPr lang="en-US" dirty="0"/>
              <a:t>The config sync IP has to be configured on each device, the failover IP has to be configured on each device and the correct ports have to be open on these IPs for the process to work correctly. </a:t>
            </a:r>
          </a:p>
          <a:p>
            <a:pPr marL="171450" indent="-171450">
              <a:buFont typeface="Arial" panose="020B0604020202020204" pitchFamily="34" charset="0"/>
              <a:buChar char="•"/>
            </a:pPr>
            <a:r>
              <a:rPr lang="en-US" dirty="0"/>
              <a:t>Also a device trust must have been established and functioning so that we have secure communications between the devices . </a:t>
            </a:r>
          </a:p>
          <a:p>
            <a:pPr marL="0" indent="0">
              <a:buFont typeface="Arial" panose="020B0604020202020204" pitchFamily="34" charset="0"/>
              <a:buNone/>
            </a:pPr>
            <a:r>
              <a:rPr lang="en-US" dirty="0"/>
              <a:t>These are just some of the reasons you may have issues performing synchronization.  As you can see there are a number of links that I have provide you to learn more about this topic.</a:t>
            </a:r>
          </a:p>
        </p:txBody>
      </p:sp>
      <p:sp>
        <p:nvSpPr>
          <p:cNvPr id="4" name="Slide Number Placeholder 3"/>
          <p:cNvSpPr>
            <a:spLocks noGrp="1"/>
          </p:cNvSpPr>
          <p:nvPr>
            <p:ph type="sldNum" sz="quarter" idx="5"/>
          </p:nvPr>
        </p:nvSpPr>
        <p:spPr/>
        <p:txBody>
          <a:bodyPr/>
          <a:lstStyle/>
          <a:p>
            <a:fld id="{1C7DBAA2-1EED-4FC8-A856-5AEA357CCC8F}" type="slidenum">
              <a:rPr lang="en-US" smtClean="0"/>
              <a:t>75</a:t>
            </a:fld>
            <a:endParaRPr lang="en-US"/>
          </a:p>
        </p:txBody>
      </p:sp>
    </p:spTree>
    <p:extLst>
      <p:ext uri="{BB962C8B-B14F-4D97-AF65-F5344CB8AC3E}">
        <p14:creationId xmlns:p14="http://schemas.microsoft.com/office/powerpoint/2010/main" val="2980082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blueprint is a little vague on how much you need to know about device service clusters, so before we go any further let’s do a brief overview.</a:t>
            </a:r>
          </a:p>
          <a:p>
            <a:endParaRPr lang="en-US" dirty="0"/>
          </a:p>
          <a:p>
            <a:r>
              <a:rPr lang="en-US" dirty="0"/>
              <a:t>For BIG-IPs to be combined into </a:t>
            </a:r>
            <a:r>
              <a:rPr lang="en-US" b="1" dirty="0"/>
              <a:t>sync-failover</a:t>
            </a:r>
            <a:r>
              <a:rPr lang="en-US" dirty="0"/>
              <a:t> groups, that is be able to synchronize configuration and failover to each other and a basic understand of this process will help you troubleshoot HA issues.  The following needs to happen:</a:t>
            </a:r>
          </a:p>
          <a:p>
            <a:pPr marL="228600" indent="-228600">
              <a:buFont typeface="+mj-lt"/>
              <a:buAutoNum type="arabicPeriod"/>
            </a:pPr>
            <a:r>
              <a:rPr lang="en-US" dirty="0"/>
              <a:t>The BIG-IP must have a valid device certificate and IP address for configuration sync, network failover (if desired) and mirroring (if desired) must be configured.</a:t>
            </a:r>
          </a:p>
          <a:p>
            <a:pPr marL="228600" indent="-228600">
              <a:buFont typeface="+mj-lt"/>
              <a:buAutoNum type="arabicPeriod"/>
            </a:pPr>
            <a:r>
              <a:rPr lang="en-US" dirty="0"/>
              <a:t>The BIG-IPs must then be place into a </a:t>
            </a:r>
            <a:r>
              <a:rPr lang="en-US" b="1" dirty="0"/>
              <a:t>device-trust-group</a:t>
            </a:r>
            <a:r>
              <a:rPr lang="en-US" b="0" dirty="0"/>
              <a:t>. Here they will share device certificates for secure communication and the aforementioned IP addressing</a:t>
            </a:r>
          </a:p>
          <a:p>
            <a:pPr marL="228600" indent="-228600">
              <a:buFont typeface="+mj-lt"/>
              <a:buAutoNum type="arabicPeriod"/>
            </a:pPr>
            <a:r>
              <a:rPr lang="en-US" b="0" dirty="0"/>
              <a:t>The devices in a device-trust-group can then be place into a </a:t>
            </a:r>
            <a:r>
              <a:rPr lang="en-US" b="1" dirty="0"/>
              <a:t>device-group</a:t>
            </a:r>
            <a:r>
              <a:rPr lang="en-US" b="0" dirty="0"/>
              <a:t>, which is define as a sync-failover group or sync-only</a:t>
            </a:r>
          </a:p>
          <a:p>
            <a:pPr marL="228600" indent="-228600">
              <a:buFont typeface="+mj-lt"/>
              <a:buAutoNum type="arabicPeriod"/>
            </a:pPr>
            <a:r>
              <a:rPr lang="en-US" b="0" dirty="0"/>
              <a:t>Traffic groups can then be configured, by default base IP address goes into t</a:t>
            </a:r>
            <a:r>
              <a:rPr lang="en-US" b="1" dirty="0"/>
              <a:t>raffic-group-local-only </a:t>
            </a:r>
            <a:r>
              <a:rPr lang="en-US" b="0" dirty="0"/>
              <a:t>and all other listeners go into </a:t>
            </a:r>
            <a:r>
              <a:rPr lang="en-US" b="1" dirty="0"/>
              <a:t>traffic-group-1</a:t>
            </a: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77</a:t>
            </a:fld>
            <a:endParaRPr lang="en-US"/>
          </a:p>
        </p:txBody>
      </p:sp>
    </p:spTree>
    <p:extLst>
      <p:ext uri="{BB962C8B-B14F-4D97-AF65-F5344CB8AC3E}">
        <p14:creationId xmlns:p14="http://schemas.microsoft.com/office/powerpoint/2010/main" val="2163891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config sync, the failover state can be found in the GUI and at the command prompt.  A device in an active failover state simply means that there is an active traffic group on the BIG-IP processing traffic . A big IP in a standby failover state means that there simply are no active traffic groups on the BIG-IP.  Although the blueprint doesn’t specifically talk about traffic group, a brief explanation is probably in order.</a:t>
            </a:r>
          </a:p>
          <a:p>
            <a:endParaRPr lang="en-US" dirty="0"/>
          </a:p>
          <a:p>
            <a:r>
              <a:rPr lang="en-US" dirty="0"/>
              <a:t>Traffic groups are a combination of listeners; virtual addresses, SNATs, floating self IPs </a:t>
            </a:r>
            <a:r>
              <a:rPr lang="en-US" dirty="0" err="1"/>
              <a:t>etc</a:t>
            </a:r>
            <a:r>
              <a:rPr lang="en-US" dirty="0"/>
              <a:t>, that are required to process the traffic for one or more applications.  By default there are two traffic groups on a BIG-IP, </a:t>
            </a:r>
            <a:r>
              <a:rPr lang="en-US" b="1" dirty="0"/>
              <a:t>traffic-group-local-only</a:t>
            </a:r>
            <a:r>
              <a:rPr lang="en-US" b="0" dirty="0"/>
              <a:t> (non-floating) and </a:t>
            </a:r>
            <a:r>
              <a:rPr lang="en-US" b="1" dirty="0"/>
              <a:t>traffic-group-1 </a:t>
            </a:r>
            <a:r>
              <a:rPr lang="en-US" b="0" dirty="0"/>
              <a:t>(floating). </a:t>
            </a:r>
            <a:r>
              <a:rPr lang="en-US" b="1" dirty="0"/>
              <a:t>traffic-group-local-only</a:t>
            </a:r>
            <a:r>
              <a:rPr lang="en-US" b="0" dirty="0"/>
              <a:t> contains listeners that are unique to the BIG-IP (</a:t>
            </a:r>
            <a:r>
              <a:rPr lang="en-US" b="0" dirty="0" err="1"/>
              <a:t>ie</a:t>
            </a:r>
            <a:r>
              <a:rPr lang="en-US" b="0" dirty="0"/>
              <a:t>. Base self IPs) and go down when the BIG-IP does.   </a:t>
            </a:r>
            <a:r>
              <a:rPr lang="en-US" b="1" dirty="0"/>
              <a:t>traffic-group-1 </a:t>
            </a:r>
            <a:r>
              <a:rPr lang="en-US" b="0" dirty="0"/>
              <a:t>and all other subsequent traffic groups created contain listeners that can and need to failover to other BIG-IPs. </a:t>
            </a:r>
          </a:p>
          <a:p>
            <a:endParaRPr lang="en-US" b="0" dirty="0"/>
          </a:p>
          <a:p>
            <a:r>
              <a:rPr lang="en-US" b="0" dirty="0"/>
              <a:t>On a pair of BIG-IPs, using the default configuration, having only one traffic groups with all the applications in it, one BIG-IP will always be active and the other in standby mode.  If you were to configure a second traffic group and run one traffic group on each BIG-IP they would be in an active-active mode.</a:t>
            </a:r>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78</a:t>
            </a:fld>
            <a:endParaRPr lang="en-US"/>
          </a:p>
        </p:txBody>
      </p:sp>
    </p:spTree>
    <p:extLst>
      <p:ext uri="{BB962C8B-B14F-4D97-AF65-F5344CB8AC3E}">
        <p14:creationId xmlns:p14="http://schemas.microsoft.com/office/powerpoint/2010/main" val="27606480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BIG-IPs must be part the same device trust group to be allowed to be combined into device groups,.   Should the device trust be broken, no synchronization or failover can take place.  An example problem might be the device certificate expiring.  You should always confirm the device trust status in </a:t>
            </a:r>
            <a:r>
              <a:rPr lang="en-US" b="1" dirty="0"/>
              <a:t>In Sync</a:t>
            </a:r>
            <a:r>
              <a:rPr lang="en-US" b="0" dirty="0"/>
              <a:t>.</a:t>
            </a:r>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79</a:t>
            </a:fld>
            <a:endParaRPr lang="en-US"/>
          </a:p>
        </p:txBody>
      </p:sp>
    </p:spTree>
    <p:extLst>
      <p:ext uri="{BB962C8B-B14F-4D97-AF65-F5344CB8AC3E}">
        <p14:creationId xmlns:p14="http://schemas.microsoft.com/office/powerpoint/2010/main" val="10361568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a:t>
            </a:r>
            <a:r>
              <a:rPr lang="en-US" b="0" dirty="0"/>
              <a:t>You cannot force BIG-IP to become an Active BIG-IP, you can only force it to Standby or Offline.  At the device level, this will force all traffic groups to failover to other members of the cluster.   Under the Traffic Groups selection on the side-bar you can force individual traffic groups to failover to other devices in the clusters. </a:t>
            </a:r>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80</a:t>
            </a:fld>
            <a:endParaRPr lang="en-US"/>
          </a:p>
        </p:txBody>
      </p:sp>
    </p:spTree>
    <p:extLst>
      <p:ext uri="{BB962C8B-B14F-4D97-AF65-F5344CB8AC3E}">
        <p14:creationId xmlns:p14="http://schemas.microsoft.com/office/powerpoint/2010/main" val="8636457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chance that you need more information on high availability for the exam, let’s cover a few more items at a high level.</a:t>
            </a:r>
          </a:p>
          <a:p>
            <a:pPr marL="171450" indent="-171450">
              <a:buFont typeface="Arial" panose="020B0604020202020204" pitchFamily="34" charset="0"/>
              <a:buChar char="•"/>
            </a:pPr>
            <a:r>
              <a:rPr lang="en-US" dirty="0"/>
              <a:t>Note that more that up to 8 BIG-IPs can be part of a sync-failover group</a:t>
            </a:r>
          </a:p>
          <a:p>
            <a:pPr marL="171450" indent="-171450">
              <a:buFont typeface="Arial" panose="020B0604020202020204" pitchFamily="34" charset="0"/>
              <a:buChar char="•"/>
            </a:pPr>
            <a:r>
              <a:rPr lang="en-US" dirty="0"/>
              <a:t>You can find where a traffic-group will fail on the Traffic Groups page</a:t>
            </a:r>
          </a:p>
          <a:p>
            <a:pPr marL="171450" indent="-171450">
              <a:buFont typeface="Arial" panose="020B0604020202020204" pitchFamily="34" charset="0"/>
              <a:buChar char="•"/>
            </a:pPr>
            <a:r>
              <a:rPr lang="en-US" dirty="0"/>
              <a:t>For seamless failover certain information may need to be mirrored to the next active device (the BIG-IP a traffic group will fail to):</a:t>
            </a:r>
          </a:p>
          <a:p>
            <a:pPr marL="455613" lvl="1" indent="-171450">
              <a:buFont typeface="Arial" panose="020B0604020202020204" pitchFamily="34" charset="0"/>
              <a:buChar char="•"/>
            </a:pPr>
            <a:r>
              <a:rPr lang="en-US" dirty="0"/>
              <a:t>SNAT mirroring makes sure the failover device knows which SNAT </a:t>
            </a:r>
            <a:r>
              <a:rPr lang="en-US" dirty="0" err="1"/>
              <a:t>IP:port</a:t>
            </a:r>
            <a:r>
              <a:rPr lang="en-US" dirty="0"/>
              <a:t> combination a client was using to communicate to the pool member</a:t>
            </a:r>
          </a:p>
          <a:p>
            <a:pPr marL="455613" lvl="1" indent="-171450">
              <a:buFont typeface="Arial" panose="020B0604020202020204" pitchFamily="34" charset="0"/>
              <a:buChar char="•"/>
            </a:pPr>
            <a:r>
              <a:rPr lang="en-US" dirty="0"/>
              <a:t>Persistence mirroring, send persistence records created and maintain be the BIG-IP to the failover device</a:t>
            </a:r>
          </a:p>
          <a:p>
            <a:pPr marL="455613" lvl="1" indent="-171450">
              <a:buFont typeface="Arial" panose="020B0604020202020204" pitchFamily="34" charset="0"/>
              <a:buChar char="•"/>
            </a:pPr>
            <a:r>
              <a:rPr lang="en-US" dirty="0"/>
              <a:t>Connection mirroring, done on a per virtual server basis, mirrors the connection table entries for that virtual server.</a:t>
            </a:r>
          </a:p>
        </p:txBody>
      </p:sp>
      <p:sp>
        <p:nvSpPr>
          <p:cNvPr id="4" name="Slide Number Placeholder 3"/>
          <p:cNvSpPr>
            <a:spLocks noGrp="1"/>
          </p:cNvSpPr>
          <p:nvPr>
            <p:ph type="sldNum" sz="quarter" idx="5"/>
          </p:nvPr>
        </p:nvSpPr>
        <p:spPr/>
        <p:txBody>
          <a:bodyPr/>
          <a:lstStyle/>
          <a:p>
            <a:fld id="{1C7DBAA2-1EED-4FC8-A856-5AEA357CCC8F}" type="slidenum">
              <a:rPr lang="en-US" smtClean="0"/>
              <a:t>81</a:t>
            </a:fld>
            <a:endParaRPr lang="en-US"/>
          </a:p>
        </p:txBody>
      </p:sp>
    </p:spTree>
    <p:extLst>
      <p:ext uri="{BB962C8B-B14F-4D97-AF65-F5344CB8AC3E}">
        <p14:creationId xmlns:p14="http://schemas.microsoft.com/office/powerpoint/2010/main" val="3672949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reasons high availability may not be working is because the correct ports are not open on the failover IPs for the required communications.</a:t>
            </a:r>
          </a:p>
          <a:p>
            <a:r>
              <a:rPr lang="en-US" dirty="0"/>
              <a:t>Here are the IP addresses and primary ports required for high availability.  Not all the ports required are listed here.</a:t>
            </a:r>
          </a:p>
        </p:txBody>
      </p:sp>
      <p:sp>
        <p:nvSpPr>
          <p:cNvPr id="4" name="Slide Number Placeholder 3"/>
          <p:cNvSpPr>
            <a:spLocks noGrp="1"/>
          </p:cNvSpPr>
          <p:nvPr>
            <p:ph type="sldNum" sz="quarter" idx="5"/>
          </p:nvPr>
        </p:nvSpPr>
        <p:spPr/>
        <p:txBody>
          <a:bodyPr/>
          <a:lstStyle/>
          <a:p>
            <a:fld id="{1C7DBAA2-1EED-4FC8-A856-5AEA357CCC8F}" type="slidenum">
              <a:rPr lang="en-US" smtClean="0"/>
              <a:t>82</a:t>
            </a:fld>
            <a:endParaRPr lang="en-US"/>
          </a:p>
        </p:txBody>
      </p:sp>
    </p:spTree>
    <p:extLst>
      <p:ext uri="{BB962C8B-B14F-4D97-AF65-F5344CB8AC3E}">
        <p14:creationId xmlns:p14="http://schemas.microsoft.com/office/powerpoint/2010/main" val="17394842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restrict access to the management port, both SSH and GUI via access list.</a:t>
            </a:r>
          </a:p>
        </p:txBody>
      </p:sp>
      <p:sp>
        <p:nvSpPr>
          <p:cNvPr id="4" name="Slide Number Placeholder 3"/>
          <p:cNvSpPr>
            <a:spLocks noGrp="1"/>
          </p:cNvSpPr>
          <p:nvPr>
            <p:ph type="sldNum" sz="quarter" idx="5"/>
          </p:nvPr>
        </p:nvSpPr>
        <p:spPr/>
        <p:txBody>
          <a:bodyPr/>
          <a:lstStyle/>
          <a:p>
            <a:fld id="{1C7DBAA2-1EED-4FC8-A856-5AEA357CCC8F}" type="slidenum">
              <a:rPr lang="en-US" smtClean="0"/>
              <a:t>87</a:t>
            </a:fld>
            <a:endParaRPr lang="en-US"/>
          </a:p>
        </p:txBody>
      </p:sp>
    </p:spTree>
    <p:extLst>
      <p:ext uri="{BB962C8B-B14F-4D97-AF65-F5344CB8AC3E}">
        <p14:creationId xmlns:p14="http://schemas.microsoft.com/office/powerpoint/2010/main" val="7368338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&lt;intentionally left</a:t>
            </a:r>
            <a:r>
              <a:rPr lang="en-US" baseline="0" dirty="0"/>
              <a:t> blank&gt;</a:t>
            </a:r>
            <a:endParaRPr lang="en-US" dirty="0"/>
          </a:p>
          <a:p>
            <a:endParaRPr lang="en-US" dirty="0"/>
          </a:p>
        </p:txBody>
      </p:sp>
      <p:sp>
        <p:nvSpPr>
          <p:cNvPr id="4" name="Footer Placeholder 3"/>
          <p:cNvSpPr>
            <a:spLocks noGrp="1"/>
          </p:cNvSpPr>
          <p:nvPr>
            <p:ph type="ftr" sz="quarter" idx="10"/>
          </p:nvPr>
        </p:nvSpPr>
        <p:spPr/>
        <p:txBody>
          <a:bodyPr/>
          <a:lstStyle/>
          <a:p>
            <a:r>
              <a:rPr lang="en-US"/>
              <a:t>F5 Agility 2016</a:t>
            </a:r>
            <a:endParaRPr lang="en-US" dirty="0"/>
          </a:p>
        </p:txBody>
      </p:sp>
      <p:sp>
        <p:nvSpPr>
          <p:cNvPr id="5" name="Slide Number Placeholder 4"/>
          <p:cNvSpPr>
            <a:spLocks noGrp="1"/>
          </p:cNvSpPr>
          <p:nvPr>
            <p:ph type="sldNum" sz="quarter" idx="11"/>
          </p:nvPr>
        </p:nvSpPr>
        <p:spPr/>
        <p:txBody>
          <a:bodyPr/>
          <a:lstStyle/>
          <a:p>
            <a:fld id="{8BA17A2C-01D8-4C3B-BAC4-10BA82BB3F55}" type="slidenum">
              <a:rPr lang="en-US" smtClean="0"/>
              <a:pPr/>
              <a:t>90</a:t>
            </a:fld>
            <a:endParaRPr lang="en-US" dirty="0"/>
          </a:p>
        </p:txBody>
      </p:sp>
    </p:spTree>
    <p:extLst>
      <p:ext uri="{BB962C8B-B14F-4D97-AF65-F5344CB8AC3E}">
        <p14:creationId xmlns:p14="http://schemas.microsoft.com/office/powerpoint/2010/main" val="40121389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&lt;intentionally</a:t>
            </a:r>
            <a:r>
              <a:rPr lang="en-US" baseline="0" dirty="0"/>
              <a:t> left blank&gt;</a:t>
            </a:r>
            <a:endParaRPr lang="en-US" dirty="0"/>
          </a:p>
          <a:p>
            <a:endParaRPr lang="en-US" dirty="0"/>
          </a:p>
        </p:txBody>
      </p:sp>
      <p:sp>
        <p:nvSpPr>
          <p:cNvPr id="4" name="Footer Placeholder 3"/>
          <p:cNvSpPr>
            <a:spLocks noGrp="1"/>
          </p:cNvSpPr>
          <p:nvPr>
            <p:ph type="ftr" sz="quarter" idx="10"/>
          </p:nvPr>
        </p:nvSpPr>
        <p:spPr/>
        <p:txBody>
          <a:bodyPr/>
          <a:lstStyle/>
          <a:p>
            <a:r>
              <a:rPr lang="en-US"/>
              <a:t>F5 Agility 2016</a:t>
            </a:r>
            <a:endParaRPr lang="en-US" dirty="0"/>
          </a:p>
        </p:txBody>
      </p:sp>
      <p:sp>
        <p:nvSpPr>
          <p:cNvPr id="5" name="Slide Number Placeholder 4"/>
          <p:cNvSpPr>
            <a:spLocks noGrp="1"/>
          </p:cNvSpPr>
          <p:nvPr>
            <p:ph type="sldNum" sz="quarter" idx="11"/>
          </p:nvPr>
        </p:nvSpPr>
        <p:spPr/>
        <p:txBody>
          <a:bodyPr/>
          <a:lstStyle/>
          <a:p>
            <a:fld id="{8BA17A2C-01D8-4C3B-BAC4-10BA82BB3F55}" type="slidenum">
              <a:rPr lang="en-US" smtClean="0"/>
              <a:pPr/>
              <a:t>95</a:t>
            </a:fld>
            <a:endParaRPr lang="en-US" dirty="0"/>
          </a:p>
        </p:txBody>
      </p:sp>
    </p:spTree>
    <p:extLst>
      <p:ext uri="{BB962C8B-B14F-4D97-AF65-F5344CB8AC3E}">
        <p14:creationId xmlns:p14="http://schemas.microsoft.com/office/powerpoint/2010/main" val="17580609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106</a:t>
            </a:fld>
            <a:endParaRPr lang="en-US"/>
          </a:p>
        </p:txBody>
      </p:sp>
    </p:spTree>
    <p:extLst>
      <p:ext uri="{BB962C8B-B14F-4D97-AF65-F5344CB8AC3E}">
        <p14:creationId xmlns:p14="http://schemas.microsoft.com/office/powerpoint/2010/main" val="18327750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D1D5DB"/>
                </a:solidFill>
                <a:effectLst/>
                <a:latin typeface="Söhne"/>
              </a:rPr>
              <a:t>Improve website performance and availability: With BIG-IP Local Traffic Manager, you can ensure your website is always available and performing at its best. By intelligently distributing traffic and managing connections, BIG-IP LTM can optimize website delivery, improve response times, and prevent downtime, even during peak traffic periods.</a:t>
            </a:r>
          </a:p>
          <a:p>
            <a:pPr algn="l">
              <a:buFont typeface="+mj-lt"/>
              <a:buAutoNum type="arabicPeriod"/>
            </a:pPr>
            <a:r>
              <a:rPr lang="en-US" b="0" i="0" dirty="0">
                <a:solidFill>
                  <a:srgbClr val="D1D5DB"/>
                </a:solidFill>
                <a:effectLst/>
                <a:latin typeface="Söhne"/>
              </a:rPr>
              <a:t>Securely manage and control application traffic: BIG-IP LTM provides advanced security features that enable you to safely manage and control application traffic. With SSL/TLS offloading, advanced access control, and granular application-level policies, you can protect your applications and sensitive data from malicious attacks and unauthorized access.</a:t>
            </a:r>
          </a:p>
          <a:p>
            <a:pPr algn="l">
              <a:buFont typeface="+mj-lt"/>
              <a:buAutoNum type="arabicPeriod"/>
            </a:pPr>
            <a:r>
              <a:rPr lang="en-US" b="0" i="0" dirty="0">
                <a:solidFill>
                  <a:srgbClr val="D1D5DB"/>
                </a:solidFill>
                <a:effectLst/>
                <a:latin typeface="Söhne"/>
              </a:rPr>
              <a:t>Simplify application deployment and management: BIG-IP LTM simplifies application deployment and management with powerful automation and orchestration capabilities. With easy-to-use interfaces and tools, you can quickly provision and manage applications, and automate routine tasks to save time and reduce errors. Plus, with comprehensive monitoring and analytics, you can gain valuable insights into application performance and make informed decisions to optimize your infrastructure.</a:t>
            </a:r>
          </a:p>
          <a:p>
            <a:pPr marL="0" marR="0" lvl="0" indent="0" algn="l" defTabSz="914400" rtl="0" eaLnBrk="1" fontAlgn="auto" latinLnBrk="0" hangingPunct="1">
              <a:lnSpc>
                <a:spcPct val="85000"/>
              </a:lnSpc>
              <a:spcBef>
                <a:spcPts val="600"/>
              </a:spcBef>
              <a:spcAft>
                <a:spcPts val="0"/>
              </a:spcAft>
              <a:buClrTx/>
              <a:buSzTx/>
              <a:buFontTx/>
              <a:buNone/>
              <a:tabLst/>
              <a:defRPr/>
            </a:pPr>
            <a:r>
              <a:rPr lang="en-US" b="0" i="0" dirty="0">
                <a:solidFill>
                  <a:srgbClr val="D1D5DB"/>
                </a:solidFill>
                <a:effectLst/>
                <a:latin typeface="Söhne"/>
              </a:rPr>
              <a:t>Secure APIs and microservices: BIG-IP Local Traffic Manager provides robust API security features that help you protect your APIs and microservices from threats. With support for modern authentication and authorization protocols like OAuth and OpenID Connect, BIG-IP LTM can authenticate and authorize API requests, prevent unauthorized access, and protect sensitive data. Additionally, with advanced traffic management capabilities like rate limiting and content-based routing, you can ensure API availability </a:t>
            </a:r>
            <a:r>
              <a:rPr lang="en-US" b="0" i="0">
                <a:solidFill>
                  <a:srgbClr val="D1D5DB"/>
                </a:solidFill>
                <a:effectLst/>
                <a:latin typeface="Söhne"/>
              </a:rPr>
              <a:t>and performance.</a:t>
            </a:r>
            <a:endParaRPr lang="en-US" dirty="0"/>
          </a:p>
        </p:txBody>
      </p:sp>
      <p:sp>
        <p:nvSpPr>
          <p:cNvPr id="4" name="Slide Number Placeholder 3"/>
          <p:cNvSpPr>
            <a:spLocks noGrp="1"/>
          </p:cNvSpPr>
          <p:nvPr>
            <p:ph type="sldNum" sz="quarter" idx="5"/>
          </p:nvPr>
        </p:nvSpPr>
        <p:spPr/>
        <p:txBody>
          <a:bodyPr/>
          <a:lstStyle/>
          <a:p>
            <a:fld id="{1C7DBAA2-1EED-4FC8-A856-5AEA357CCC8F}" type="slidenum">
              <a:rPr lang="en-US" smtClean="0"/>
              <a:t>109</a:t>
            </a:fld>
            <a:endParaRPr lang="en-US"/>
          </a:p>
        </p:txBody>
      </p:sp>
    </p:spTree>
    <p:extLst>
      <p:ext uri="{BB962C8B-B14F-4D97-AF65-F5344CB8AC3E}">
        <p14:creationId xmlns:p14="http://schemas.microsoft.com/office/powerpoint/2010/main" val="3077110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tx1"/>
        </a:solidFill>
        <a:effectLst/>
      </p:bgPr>
    </p:bg>
    <p:spTree>
      <p:nvGrpSpPr>
        <p:cNvPr id="1" name=""/>
        <p:cNvGrpSpPr/>
        <p:nvPr/>
      </p:nvGrpSpPr>
      <p:grpSpPr>
        <a:xfrm>
          <a:off x="0" y="0"/>
          <a:ext cx="0" cy="0"/>
          <a:chOff x="0" y="0"/>
          <a:chExt cx="0" cy="0"/>
        </a:xfrm>
      </p:grpSpPr>
      <p:grpSp>
        <p:nvGrpSpPr>
          <p:cNvPr id="20" name="Group 22">
            <a:extLst>
              <a:ext uri="{FF2B5EF4-FFF2-40B4-BE49-F238E27FC236}">
                <a16:creationId xmlns:a16="http://schemas.microsoft.com/office/drawing/2014/main" id="{42A43BDF-5778-42C4-9684-F547222BF0D8}"/>
              </a:ext>
            </a:extLst>
          </p:cNvPr>
          <p:cNvGrpSpPr>
            <a:grpSpLocks noChangeAspect="1"/>
          </p:cNvGrpSpPr>
          <p:nvPr userDrawn="1"/>
        </p:nvGrpSpPr>
        <p:grpSpPr bwMode="auto">
          <a:xfrm>
            <a:off x="469899" y="471509"/>
            <a:ext cx="607061" cy="607061"/>
            <a:chOff x="5266" y="0"/>
            <a:chExt cx="733" cy="733"/>
          </a:xfrm>
        </p:grpSpPr>
        <p:sp>
          <p:nvSpPr>
            <p:cNvPr id="21" name="Freeform 23">
              <a:extLst>
                <a:ext uri="{FF2B5EF4-FFF2-40B4-BE49-F238E27FC236}">
                  <a16:creationId xmlns:a16="http://schemas.microsoft.com/office/drawing/2014/main" id="{2921929D-07DB-4DEB-8A8F-EECF0B8D3F91}"/>
                </a:ext>
              </a:extLst>
            </p:cNvPr>
            <p:cNvSpPr>
              <a:spLocks/>
            </p:cNvSpPr>
            <p:nvPr userDrawn="1"/>
          </p:nvSpPr>
          <p:spPr bwMode="auto">
            <a:xfrm>
              <a:off x="5266" y="0"/>
              <a:ext cx="733" cy="733"/>
            </a:xfrm>
            <a:custGeom>
              <a:avLst/>
              <a:gdLst>
                <a:gd name="T0" fmla="*/ 4176 w 4576"/>
                <a:gd name="T1" fmla="*/ 996 h 4576"/>
                <a:gd name="T2" fmla="*/ 4065 w 4576"/>
                <a:gd name="T3" fmla="*/ 848 h 4576"/>
                <a:gd name="T4" fmla="*/ 4065 w 4576"/>
                <a:gd name="T5" fmla="*/ 848 h 4576"/>
                <a:gd name="T6" fmla="*/ 2288 w 4576"/>
                <a:gd name="T7" fmla="*/ 0 h 4576"/>
                <a:gd name="T8" fmla="*/ 0 w 4576"/>
                <a:gd name="T9" fmla="*/ 2288 h 4576"/>
                <a:gd name="T10" fmla="*/ 445 w 4576"/>
                <a:gd name="T11" fmla="*/ 3644 h 4576"/>
                <a:gd name="T12" fmla="*/ 445 w 4576"/>
                <a:gd name="T13" fmla="*/ 3644 h 4576"/>
                <a:gd name="T14" fmla="*/ 583 w 4576"/>
                <a:gd name="T15" fmla="*/ 3814 h 4576"/>
                <a:gd name="T16" fmla="*/ 583 w 4576"/>
                <a:gd name="T17" fmla="*/ 3814 h 4576"/>
                <a:gd name="T18" fmla="*/ 2288 w 4576"/>
                <a:gd name="T19" fmla="*/ 4576 h 4576"/>
                <a:gd name="T20" fmla="*/ 4576 w 4576"/>
                <a:gd name="T21" fmla="*/ 2288 h 4576"/>
                <a:gd name="T22" fmla="*/ 4176 w 4576"/>
                <a:gd name="T23"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76" h="4576">
                  <a:moveTo>
                    <a:pt x="4176" y="996"/>
                  </a:moveTo>
                  <a:cubicBezTo>
                    <a:pt x="4141" y="945"/>
                    <a:pt x="4104" y="895"/>
                    <a:pt x="4065" y="848"/>
                  </a:cubicBezTo>
                  <a:cubicBezTo>
                    <a:pt x="4065" y="848"/>
                    <a:pt x="4065" y="848"/>
                    <a:pt x="4065" y="848"/>
                  </a:cubicBezTo>
                  <a:cubicBezTo>
                    <a:pt x="3646" y="330"/>
                    <a:pt x="3006" y="0"/>
                    <a:pt x="2288" y="0"/>
                  </a:cubicBezTo>
                  <a:cubicBezTo>
                    <a:pt x="1024" y="0"/>
                    <a:pt x="0" y="1024"/>
                    <a:pt x="0" y="2288"/>
                  </a:cubicBezTo>
                  <a:cubicBezTo>
                    <a:pt x="0" y="2796"/>
                    <a:pt x="165" y="3264"/>
                    <a:pt x="445" y="3644"/>
                  </a:cubicBezTo>
                  <a:cubicBezTo>
                    <a:pt x="445" y="3644"/>
                    <a:pt x="445" y="3644"/>
                    <a:pt x="445" y="3644"/>
                  </a:cubicBezTo>
                  <a:cubicBezTo>
                    <a:pt x="488" y="3703"/>
                    <a:pt x="534" y="3759"/>
                    <a:pt x="583" y="3814"/>
                  </a:cubicBezTo>
                  <a:cubicBezTo>
                    <a:pt x="583" y="3814"/>
                    <a:pt x="583" y="381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24">
              <a:extLst>
                <a:ext uri="{FF2B5EF4-FFF2-40B4-BE49-F238E27FC236}">
                  <a16:creationId xmlns:a16="http://schemas.microsoft.com/office/drawing/2014/main" id="{7C47742A-259D-4716-AE5E-1149FBA06033}"/>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5">
              <a:extLst>
                <a:ext uri="{FF2B5EF4-FFF2-40B4-BE49-F238E27FC236}">
                  <a16:creationId xmlns:a16="http://schemas.microsoft.com/office/drawing/2014/main" id="{42C69EFD-13B9-4F32-8951-2716108A9B0A}"/>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6">
              <a:extLst>
                <a:ext uri="{FF2B5EF4-FFF2-40B4-BE49-F238E27FC236}">
                  <a16:creationId xmlns:a16="http://schemas.microsoft.com/office/drawing/2014/main" id="{CDFD7902-75E6-4284-B2D1-DACA33F78B22}"/>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7">
              <a:extLst>
                <a:ext uri="{FF2B5EF4-FFF2-40B4-BE49-F238E27FC236}">
                  <a16:creationId xmlns:a16="http://schemas.microsoft.com/office/drawing/2014/main" id="{270F482F-1ED7-4D09-85FC-A4B6B1D00353}"/>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Title 1">
            <a:extLst>
              <a:ext uri="{FF2B5EF4-FFF2-40B4-BE49-F238E27FC236}">
                <a16:creationId xmlns:a16="http://schemas.microsoft.com/office/drawing/2014/main" id="{898D6D05-97DF-4C74-8943-E0633B92DAB3}"/>
              </a:ext>
            </a:extLst>
          </p:cNvPr>
          <p:cNvSpPr>
            <a:spLocks noGrp="1"/>
          </p:cNvSpPr>
          <p:nvPr>
            <p:ph type="ctrTitle"/>
          </p:nvPr>
        </p:nvSpPr>
        <p:spPr bwMode="black">
          <a:xfrm>
            <a:off x="457200" y="1143000"/>
            <a:ext cx="7970363" cy="2446038"/>
          </a:xfrm>
          <a:prstGeom prst="rect">
            <a:avLst/>
          </a:prstGeom>
        </p:spPr>
        <p:txBody>
          <a:bodyPr anchor="b"/>
          <a:lstStyle>
            <a:lvl1pPr algn="l">
              <a:defRPr sz="4800" spc="-130" baseline="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C4FDFB-D8B5-4D90-9CC9-76F699041481}"/>
              </a:ext>
            </a:extLst>
          </p:cNvPr>
          <p:cNvSpPr>
            <a:spLocks noGrp="1"/>
          </p:cNvSpPr>
          <p:nvPr>
            <p:ph type="body" sz="quarter" idx="11"/>
          </p:nvPr>
        </p:nvSpPr>
        <p:spPr>
          <a:xfrm>
            <a:off x="457200" y="3933825"/>
            <a:ext cx="7970362" cy="1774825"/>
          </a:xfrm>
        </p:spPr>
        <p:txBody>
          <a:bodyPr>
            <a:normAutofit/>
          </a:bodyPr>
          <a:lstStyle>
            <a:lvl1pPr marL="0" indent="0">
              <a:buFontTx/>
              <a:buNone/>
              <a:defRPr sz="1600">
                <a:solidFill>
                  <a:schemeClr val="bg1"/>
                </a:solidFill>
              </a:defRPr>
            </a:lvl1pPr>
            <a:lvl2pPr marL="228600" indent="-228600">
              <a:buFontTx/>
              <a:buNone/>
              <a:defRPr sz="1600">
                <a:solidFill>
                  <a:schemeClr val="bg1"/>
                </a:solidFill>
              </a:defRPr>
            </a:lvl2pPr>
            <a:lvl3pPr marL="457200" indent="-457200">
              <a:buFontTx/>
              <a:buNone/>
              <a:defRPr sz="1600">
                <a:solidFill>
                  <a:schemeClr val="bg1"/>
                </a:solidFill>
              </a:defRPr>
            </a:lvl3pPr>
            <a:lvl4pPr marL="685800" indent="-685800">
              <a:buFontTx/>
              <a:buNone/>
              <a:defRPr sz="1600">
                <a:solidFill>
                  <a:schemeClr val="bg1"/>
                </a:solidFill>
              </a:defRPr>
            </a:lvl4pPr>
            <a:lvl5pPr>
              <a:buFontTx/>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16" name="Group 15">
            <a:extLst>
              <a:ext uri="{FF2B5EF4-FFF2-40B4-BE49-F238E27FC236}">
                <a16:creationId xmlns:a16="http://schemas.microsoft.com/office/drawing/2014/main" id="{79AF7A64-D462-4536-8E54-BC1645DA5D6D}"/>
              </a:ext>
            </a:extLst>
          </p:cNvPr>
          <p:cNvGrpSpPr/>
          <p:nvPr userDrawn="1"/>
        </p:nvGrpSpPr>
        <p:grpSpPr>
          <a:xfrm>
            <a:off x="0" y="6766560"/>
            <a:ext cx="12192000" cy="91440"/>
            <a:chOff x="0" y="6766560"/>
            <a:chExt cx="12192000" cy="91440"/>
          </a:xfrm>
        </p:grpSpPr>
        <p:sp>
          <p:nvSpPr>
            <p:cNvPr id="23" name="Rectangle 22">
              <a:extLst>
                <a:ext uri="{FF2B5EF4-FFF2-40B4-BE49-F238E27FC236}">
                  <a16:creationId xmlns:a16="http://schemas.microsoft.com/office/drawing/2014/main" id="{A414CAB4-D32A-40E5-BC4F-70AB6275024B}"/>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1" name="Rectangle 30">
              <a:extLst>
                <a:ext uri="{FF2B5EF4-FFF2-40B4-BE49-F238E27FC236}">
                  <a16:creationId xmlns:a16="http://schemas.microsoft.com/office/drawing/2014/main" id="{7384026C-3558-4FBE-92B9-E38A985E6F3B}"/>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2" name="Rectangle 31">
              <a:extLst>
                <a:ext uri="{FF2B5EF4-FFF2-40B4-BE49-F238E27FC236}">
                  <a16:creationId xmlns:a16="http://schemas.microsoft.com/office/drawing/2014/main" id="{E7F5ED1F-67E0-4072-860A-04BCD4C7E26C}"/>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3" name="Rectangle 32">
              <a:extLst>
                <a:ext uri="{FF2B5EF4-FFF2-40B4-BE49-F238E27FC236}">
                  <a16:creationId xmlns:a16="http://schemas.microsoft.com/office/drawing/2014/main" id="{FC857133-B537-4074-AF85-5E98C63012B6}"/>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4" name="Rectangle 33">
              <a:extLst>
                <a:ext uri="{FF2B5EF4-FFF2-40B4-BE49-F238E27FC236}">
                  <a16:creationId xmlns:a16="http://schemas.microsoft.com/office/drawing/2014/main" id="{25B67588-0B6E-4226-B394-241E4F152F5B}"/>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Tree>
    <p:extLst>
      <p:ext uri="{BB962C8B-B14F-4D97-AF65-F5344CB8AC3E}">
        <p14:creationId xmlns:p14="http://schemas.microsoft.com/office/powerpoint/2010/main" val="235513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Deep Lake">
    <p:bg>
      <p:bgPr>
        <a:solidFill>
          <a:srgbClr val="00446F"/>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898D6D05-97DF-4C74-8943-E0633B92DAB3}"/>
              </a:ext>
            </a:extLst>
          </p:cNvPr>
          <p:cNvSpPr>
            <a:spLocks noGrp="1"/>
          </p:cNvSpPr>
          <p:nvPr>
            <p:ph type="ctrTitle"/>
          </p:nvPr>
        </p:nvSpPr>
        <p:spPr bwMode="black">
          <a:xfrm>
            <a:off x="457200" y="1143000"/>
            <a:ext cx="7970363" cy="2446038"/>
          </a:xfrm>
          <a:prstGeom prst="rect">
            <a:avLst/>
          </a:prstGeom>
        </p:spPr>
        <p:txBody>
          <a:bodyPr anchor="b"/>
          <a:lstStyle>
            <a:lvl1pPr algn="l">
              <a:defRPr sz="4800" spc="-130" baseline="0">
                <a:solidFill>
                  <a:schemeClr val="bg1"/>
                </a:solidFill>
              </a:defRPr>
            </a:lvl1pPr>
          </a:lstStyle>
          <a:p>
            <a:r>
              <a:rPr lang="en-US"/>
              <a:t>Click to edit Master title style</a:t>
            </a:r>
            <a:endParaRPr lang="en-US" dirty="0"/>
          </a:p>
        </p:txBody>
      </p:sp>
      <p:grpSp>
        <p:nvGrpSpPr>
          <p:cNvPr id="16" name="Group 22">
            <a:extLst>
              <a:ext uri="{FF2B5EF4-FFF2-40B4-BE49-F238E27FC236}">
                <a16:creationId xmlns:a16="http://schemas.microsoft.com/office/drawing/2014/main" id="{C11273B3-D7B1-42B5-86F7-11127784670B}"/>
              </a:ext>
            </a:extLst>
          </p:cNvPr>
          <p:cNvGrpSpPr>
            <a:grpSpLocks noChangeAspect="1"/>
          </p:cNvGrpSpPr>
          <p:nvPr userDrawn="1"/>
        </p:nvGrpSpPr>
        <p:grpSpPr bwMode="auto">
          <a:xfrm>
            <a:off x="469899" y="471509"/>
            <a:ext cx="603504" cy="603504"/>
            <a:chOff x="5266" y="0"/>
            <a:chExt cx="733" cy="733"/>
          </a:xfrm>
        </p:grpSpPr>
        <p:sp>
          <p:nvSpPr>
            <p:cNvPr id="17" name="Freeform 24">
              <a:extLst>
                <a:ext uri="{FF2B5EF4-FFF2-40B4-BE49-F238E27FC236}">
                  <a16:creationId xmlns:a16="http://schemas.microsoft.com/office/drawing/2014/main" id="{A1B0966E-5181-4934-9D7E-C6FC708D23EF}"/>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
              <a:extLst>
                <a:ext uri="{FF2B5EF4-FFF2-40B4-BE49-F238E27FC236}">
                  <a16:creationId xmlns:a16="http://schemas.microsoft.com/office/drawing/2014/main" id="{2BE7D59A-96D7-4866-97B3-1E01EA377633}"/>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6">
              <a:extLst>
                <a:ext uri="{FF2B5EF4-FFF2-40B4-BE49-F238E27FC236}">
                  <a16:creationId xmlns:a16="http://schemas.microsoft.com/office/drawing/2014/main" id="{D40889E3-2864-495F-A1BC-AAD592864E71}"/>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7">
              <a:extLst>
                <a:ext uri="{FF2B5EF4-FFF2-40B4-BE49-F238E27FC236}">
                  <a16:creationId xmlns:a16="http://schemas.microsoft.com/office/drawing/2014/main" id="{811A214B-B1E2-4587-AE79-1889469D2133}"/>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 name="Text Placeholder 2">
            <a:extLst>
              <a:ext uri="{FF2B5EF4-FFF2-40B4-BE49-F238E27FC236}">
                <a16:creationId xmlns:a16="http://schemas.microsoft.com/office/drawing/2014/main" id="{078D0120-617D-4763-B2B5-BA009F2193FC}"/>
              </a:ext>
            </a:extLst>
          </p:cNvPr>
          <p:cNvSpPr>
            <a:spLocks noGrp="1"/>
          </p:cNvSpPr>
          <p:nvPr>
            <p:ph type="body" sz="quarter" idx="11"/>
          </p:nvPr>
        </p:nvSpPr>
        <p:spPr>
          <a:xfrm>
            <a:off x="457200" y="3933825"/>
            <a:ext cx="7970362" cy="1774825"/>
          </a:xfrm>
        </p:spPr>
        <p:txBody>
          <a:bodyPr>
            <a:normAutofit/>
          </a:bodyPr>
          <a:lstStyle>
            <a:lvl1pPr marL="0" indent="0">
              <a:buFontTx/>
              <a:buNone/>
              <a:defRPr sz="1600">
                <a:solidFill>
                  <a:schemeClr val="bg1"/>
                </a:solidFill>
              </a:defRPr>
            </a:lvl1pPr>
            <a:lvl2pPr marL="228600" indent="-228600">
              <a:buFontTx/>
              <a:buNone/>
              <a:defRPr sz="1600">
                <a:solidFill>
                  <a:schemeClr val="bg1"/>
                </a:solidFill>
              </a:defRPr>
            </a:lvl2pPr>
            <a:lvl3pPr marL="457200" indent="-457200">
              <a:buFontTx/>
              <a:buNone/>
              <a:defRPr sz="1600">
                <a:solidFill>
                  <a:schemeClr val="bg1"/>
                </a:solidFill>
              </a:defRPr>
            </a:lvl3pPr>
            <a:lvl4pPr marL="685800" indent="-685800">
              <a:buFontTx/>
              <a:buNone/>
              <a:defRPr sz="1600">
                <a:solidFill>
                  <a:schemeClr val="bg1"/>
                </a:solidFill>
              </a:defRPr>
            </a:lvl4pPr>
            <a:lvl5pPr>
              <a:buFontTx/>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15" name="Group 14">
            <a:extLst>
              <a:ext uri="{FF2B5EF4-FFF2-40B4-BE49-F238E27FC236}">
                <a16:creationId xmlns:a16="http://schemas.microsoft.com/office/drawing/2014/main" id="{40A1DEC4-3D42-4FE4-B0EA-1CE4694837B1}"/>
              </a:ext>
            </a:extLst>
          </p:cNvPr>
          <p:cNvGrpSpPr/>
          <p:nvPr userDrawn="1"/>
        </p:nvGrpSpPr>
        <p:grpSpPr>
          <a:xfrm>
            <a:off x="0" y="6766560"/>
            <a:ext cx="12192000" cy="91440"/>
            <a:chOff x="0" y="6766560"/>
            <a:chExt cx="12192000" cy="91440"/>
          </a:xfrm>
        </p:grpSpPr>
        <p:sp>
          <p:nvSpPr>
            <p:cNvPr id="20" name="Rectangle 19">
              <a:extLst>
                <a:ext uri="{FF2B5EF4-FFF2-40B4-BE49-F238E27FC236}">
                  <a16:creationId xmlns:a16="http://schemas.microsoft.com/office/drawing/2014/main" id="{62908D73-F652-41E0-BA6F-D40E54B3BE19}"/>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1" name="Rectangle 20">
              <a:extLst>
                <a:ext uri="{FF2B5EF4-FFF2-40B4-BE49-F238E27FC236}">
                  <a16:creationId xmlns:a16="http://schemas.microsoft.com/office/drawing/2014/main" id="{CB1E0D2F-D8AE-4A86-BD93-B90F60229A0E}"/>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4" name="Rectangle 23">
              <a:extLst>
                <a:ext uri="{FF2B5EF4-FFF2-40B4-BE49-F238E27FC236}">
                  <a16:creationId xmlns:a16="http://schemas.microsoft.com/office/drawing/2014/main" id="{BF3DDAFA-9A22-4A27-BB1C-21AF610A87AA}"/>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5" name="Rectangle 24">
              <a:extLst>
                <a:ext uri="{FF2B5EF4-FFF2-40B4-BE49-F238E27FC236}">
                  <a16:creationId xmlns:a16="http://schemas.microsoft.com/office/drawing/2014/main" id="{AE729A57-8AF3-40C9-AF2B-1BAC2964ACB6}"/>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6" name="Rectangle 25">
              <a:extLst>
                <a:ext uri="{FF2B5EF4-FFF2-40B4-BE49-F238E27FC236}">
                  <a16:creationId xmlns:a16="http://schemas.microsoft.com/office/drawing/2014/main" id="{9F6C6C56-9A42-43F5-8DA4-1F43315DCC6D}"/>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Tree>
    <p:extLst>
      <p:ext uri="{BB962C8B-B14F-4D97-AF65-F5344CB8AC3E}">
        <p14:creationId xmlns:p14="http://schemas.microsoft.com/office/powerpoint/2010/main" val="2788923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Deep Lake">
    <p:bg>
      <p:bgPr>
        <a:solidFill>
          <a:schemeClr val="tx1"/>
        </a:solidFill>
        <a:effectLst/>
      </p:bgPr>
    </p:bg>
    <p:spTree>
      <p:nvGrpSpPr>
        <p:cNvPr id="1" name=""/>
        <p:cNvGrpSpPr/>
        <p:nvPr/>
      </p:nvGrpSpPr>
      <p:grpSpPr>
        <a:xfrm>
          <a:off x="0" y="0"/>
          <a:ext cx="0" cy="0"/>
          <a:chOff x="0" y="0"/>
          <a:chExt cx="0" cy="0"/>
        </a:xfrm>
      </p:grpSpPr>
      <p:pic>
        <p:nvPicPr>
          <p:cNvPr id="23" name="Picture 22" descr="A picture containing food&#10;&#10;Description automatically generated">
            <a:extLst>
              <a:ext uri="{FF2B5EF4-FFF2-40B4-BE49-F238E27FC236}">
                <a16:creationId xmlns:a16="http://schemas.microsoft.com/office/drawing/2014/main" id="{797D71B4-2D65-5A4A-B78D-E2DF9E00BA5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11736"/>
          <a:stretch/>
        </p:blipFill>
        <p:spPr>
          <a:xfrm>
            <a:off x="7916829" y="457202"/>
            <a:ext cx="4275172" cy="5943596"/>
          </a:xfrm>
          <a:prstGeom prst="rect">
            <a:avLst/>
          </a:prstGeom>
        </p:spPr>
      </p:pic>
      <p:sp>
        <p:nvSpPr>
          <p:cNvPr id="22" name="Title 1">
            <a:extLst>
              <a:ext uri="{FF2B5EF4-FFF2-40B4-BE49-F238E27FC236}">
                <a16:creationId xmlns:a16="http://schemas.microsoft.com/office/drawing/2014/main" id="{898D6D05-97DF-4C74-8943-E0633B92DAB3}"/>
              </a:ext>
            </a:extLst>
          </p:cNvPr>
          <p:cNvSpPr>
            <a:spLocks noGrp="1"/>
          </p:cNvSpPr>
          <p:nvPr>
            <p:ph type="ctrTitle"/>
          </p:nvPr>
        </p:nvSpPr>
        <p:spPr bwMode="black">
          <a:xfrm>
            <a:off x="457201" y="1143000"/>
            <a:ext cx="7315200" cy="2446038"/>
          </a:xfrm>
          <a:prstGeom prst="rect">
            <a:avLst/>
          </a:prstGeom>
        </p:spPr>
        <p:txBody>
          <a:bodyPr anchor="b"/>
          <a:lstStyle>
            <a:lvl1pPr algn="l">
              <a:defRPr sz="4800" spc="-130" baseline="0">
                <a:solidFill>
                  <a:schemeClr val="bg1"/>
                </a:solidFill>
              </a:defRPr>
            </a:lvl1pPr>
          </a:lstStyle>
          <a:p>
            <a:r>
              <a:rPr lang="en-US"/>
              <a:t>Click to edit Master title style</a:t>
            </a:r>
            <a:endParaRPr lang="en-US" dirty="0"/>
          </a:p>
        </p:txBody>
      </p:sp>
      <p:grpSp>
        <p:nvGrpSpPr>
          <p:cNvPr id="16" name="Group 22">
            <a:extLst>
              <a:ext uri="{FF2B5EF4-FFF2-40B4-BE49-F238E27FC236}">
                <a16:creationId xmlns:a16="http://schemas.microsoft.com/office/drawing/2014/main" id="{C11273B3-D7B1-42B5-86F7-11127784670B}"/>
              </a:ext>
            </a:extLst>
          </p:cNvPr>
          <p:cNvGrpSpPr>
            <a:grpSpLocks noChangeAspect="1"/>
          </p:cNvGrpSpPr>
          <p:nvPr userDrawn="1"/>
        </p:nvGrpSpPr>
        <p:grpSpPr bwMode="auto">
          <a:xfrm>
            <a:off x="469899" y="471509"/>
            <a:ext cx="603504" cy="603504"/>
            <a:chOff x="5266" y="0"/>
            <a:chExt cx="733" cy="733"/>
          </a:xfrm>
        </p:grpSpPr>
        <p:sp>
          <p:nvSpPr>
            <p:cNvPr id="17" name="Freeform 24">
              <a:extLst>
                <a:ext uri="{FF2B5EF4-FFF2-40B4-BE49-F238E27FC236}">
                  <a16:creationId xmlns:a16="http://schemas.microsoft.com/office/drawing/2014/main" id="{A1B0966E-5181-4934-9D7E-C6FC708D23EF}"/>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
              <a:extLst>
                <a:ext uri="{FF2B5EF4-FFF2-40B4-BE49-F238E27FC236}">
                  <a16:creationId xmlns:a16="http://schemas.microsoft.com/office/drawing/2014/main" id="{2BE7D59A-96D7-4866-97B3-1E01EA377633}"/>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6">
              <a:extLst>
                <a:ext uri="{FF2B5EF4-FFF2-40B4-BE49-F238E27FC236}">
                  <a16:creationId xmlns:a16="http://schemas.microsoft.com/office/drawing/2014/main" id="{D40889E3-2864-495F-A1BC-AAD592864E71}"/>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7">
              <a:extLst>
                <a:ext uri="{FF2B5EF4-FFF2-40B4-BE49-F238E27FC236}">
                  <a16:creationId xmlns:a16="http://schemas.microsoft.com/office/drawing/2014/main" id="{811A214B-B1E2-4587-AE79-1889469D2133}"/>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 name="Text Placeholder 2">
            <a:extLst>
              <a:ext uri="{FF2B5EF4-FFF2-40B4-BE49-F238E27FC236}">
                <a16:creationId xmlns:a16="http://schemas.microsoft.com/office/drawing/2014/main" id="{078D0120-617D-4763-B2B5-BA009F2193FC}"/>
              </a:ext>
            </a:extLst>
          </p:cNvPr>
          <p:cNvSpPr>
            <a:spLocks noGrp="1"/>
          </p:cNvSpPr>
          <p:nvPr>
            <p:ph type="body" sz="quarter" idx="11"/>
          </p:nvPr>
        </p:nvSpPr>
        <p:spPr>
          <a:xfrm>
            <a:off x="457200" y="3933825"/>
            <a:ext cx="7315199" cy="1774825"/>
          </a:xfrm>
        </p:spPr>
        <p:txBody>
          <a:bodyPr>
            <a:normAutofit/>
          </a:bodyPr>
          <a:lstStyle>
            <a:lvl1pPr marL="0" indent="0">
              <a:buFontTx/>
              <a:buNone/>
              <a:defRPr sz="1600">
                <a:solidFill>
                  <a:schemeClr val="bg1"/>
                </a:solidFill>
              </a:defRPr>
            </a:lvl1pPr>
            <a:lvl2pPr marL="228600" indent="-228600">
              <a:buFontTx/>
              <a:buNone/>
              <a:defRPr sz="1600">
                <a:solidFill>
                  <a:schemeClr val="bg1"/>
                </a:solidFill>
              </a:defRPr>
            </a:lvl2pPr>
            <a:lvl3pPr marL="457200" indent="-457200">
              <a:buFontTx/>
              <a:buNone/>
              <a:defRPr sz="1600">
                <a:solidFill>
                  <a:schemeClr val="bg1"/>
                </a:solidFill>
              </a:defRPr>
            </a:lvl3pPr>
            <a:lvl4pPr marL="685800" indent="-685800">
              <a:buFontTx/>
              <a:buNone/>
              <a:defRPr sz="1600">
                <a:solidFill>
                  <a:schemeClr val="bg1"/>
                </a:solidFill>
              </a:defRPr>
            </a:lvl4pPr>
            <a:lvl5pPr>
              <a:buFontTx/>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a:extLst>
              <a:ext uri="{FF2B5EF4-FFF2-40B4-BE49-F238E27FC236}">
                <a16:creationId xmlns:a16="http://schemas.microsoft.com/office/drawing/2014/main" id="{AA5DF76E-9BB4-AA4D-8AA2-00B8B1E382EF}"/>
              </a:ext>
            </a:extLst>
          </p:cNvPr>
          <p:cNvPicPr>
            <a:picLocks noChangeAspect="1"/>
          </p:cNvPicPr>
          <p:nvPr userDrawn="1"/>
        </p:nvPicPr>
        <p:blipFill>
          <a:blip r:embed="rId3"/>
          <a:stretch>
            <a:fillRect/>
          </a:stretch>
        </p:blipFill>
        <p:spPr>
          <a:xfrm>
            <a:off x="457200" y="6217920"/>
            <a:ext cx="914400" cy="362276"/>
          </a:xfrm>
          <a:prstGeom prst="rect">
            <a:avLst/>
          </a:prstGeom>
        </p:spPr>
      </p:pic>
    </p:spTree>
    <p:extLst>
      <p:ext uri="{BB962C8B-B14F-4D97-AF65-F5344CB8AC3E}">
        <p14:creationId xmlns:p14="http://schemas.microsoft.com/office/powerpoint/2010/main" val="342054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no subhea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1EF559F-436D-469C-A419-AE01C38B8CCD}"/>
              </a:ext>
            </a:extLst>
          </p:cNvPr>
          <p:cNvSpPr>
            <a:spLocks noGrp="1"/>
          </p:cNvSpPr>
          <p:nvPr>
            <p:ph type="body" sz="quarter" idx="10"/>
          </p:nvPr>
        </p:nvSpPr>
        <p:spPr>
          <a:xfrm>
            <a:off x="457200" y="1968498"/>
            <a:ext cx="11277600" cy="1345753"/>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463550"/>
          </a:xfrm>
        </p:spPr>
        <p:txBody>
          <a:bodyPr/>
          <a:lstStyle/>
          <a:p>
            <a:r>
              <a:rPr lang="en-US"/>
              <a:t>Click to edit Master title style</a:t>
            </a:r>
            <a:endParaRPr lang="en-US" dirty="0"/>
          </a:p>
        </p:txBody>
      </p:sp>
      <p:sp>
        <p:nvSpPr>
          <p:cNvPr id="6" name="Footer Placeholder 10">
            <a:extLst>
              <a:ext uri="{FF2B5EF4-FFF2-40B4-BE49-F238E27FC236}">
                <a16:creationId xmlns:a16="http://schemas.microsoft.com/office/drawing/2014/main" id="{D1B9E611-EBCB-4798-8F9E-3B0DB65C3D23}"/>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63283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no subhead: 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463550"/>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279606EA-FADA-4FE6-87E6-E09757D0B27B}"/>
              </a:ext>
            </a:extLst>
          </p:cNvPr>
          <p:cNvSpPr>
            <a:spLocks noGrp="1"/>
          </p:cNvSpPr>
          <p:nvPr>
            <p:ph idx="1"/>
          </p:nvPr>
        </p:nvSpPr>
        <p:spPr>
          <a:xfrm>
            <a:off x="457200"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90CA3985-E3DD-4612-804A-CEB02709C77E}"/>
              </a:ext>
            </a:extLst>
          </p:cNvPr>
          <p:cNvSpPr>
            <a:spLocks noGrp="1"/>
          </p:cNvSpPr>
          <p:nvPr>
            <p:ph idx="14"/>
          </p:nvPr>
        </p:nvSpPr>
        <p:spPr>
          <a:xfrm>
            <a:off x="6268212"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4A26347B-2021-4942-92C1-51B7B994DD5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38626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subhead: Two content weighted righ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463550"/>
          </a:xfrm>
        </p:spPr>
        <p:txBody>
          <a:bodyPr/>
          <a:lstStyle/>
          <a:p>
            <a:r>
              <a:rPr lang="en-US"/>
              <a:t>Click to edit Master title style</a:t>
            </a:r>
            <a:endParaRPr lang="en-US" dirty="0"/>
          </a:p>
        </p:txBody>
      </p:sp>
      <p:sp>
        <p:nvSpPr>
          <p:cNvPr id="18" name="Content Placeholder 2">
            <a:extLst>
              <a:ext uri="{FF2B5EF4-FFF2-40B4-BE49-F238E27FC236}">
                <a16:creationId xmlns:a16="http://schemas.microsoft.com/office/drawing/2014/main" id="{7A025CA9-E115-4D52-8789-5A3534668F32}"/>
              </a:ext>
            </a:extLst>
          </p:cNvPr>
          <p:cNvSpPr>
            <a:spLocks noGrp="1"/>
          </p:cNvSpPr>
          <p:nvPr>
            <p:ph idx="1"/>
          </p:nvPr>
        </p:nvSpPr>
        <p:spPr>
          <a:xfrm>
            <a:off x="457200" y="1967113"/>
            <a:ext cx="3538497"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53492ED-1851-4AF7-BFB3-E3A888CEEF82}"/>
              </a:ext>
            </a:extLst>
          </p:cNvPr>
          <p:cNvSpPr>
            <a:spLocks noGrp="1"/>
          </p:cNvSpPr>
          <p:nvPr>
            <p:ph idx="14"/>
          </p:nvPr>
        </p:nvSpPr>
        <p:spPr>
          <a:xfrm>
            <a:off x="4341479" y="1967113"/>
            <a:ext cx="7390273"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A113D465-78B8-4352-8A52-982DE49E00B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4088819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no subhead: Two content weighted lef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463550"/>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2F0F5A16-0072-4CEB-B2D7-4ACEE38C201C}"/>
              </a:ext>
            </a:extLst>
          </p:cNvPr>
          <p:cNvSpPr>
            <a:spLocks noGrp="1"/>
          </p:cNvSpPr>
          <p:nvPr>
            <p:ph idx="14"/>
          </p:nvPr>
        </p:nvSpPr>
        <p:spPr>
          <a:xfrm>
            <a:off x="457200" y="1967113"/>
            <a:ext cx="7395882"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854B4451-4579-4EF1-B801-2FD80690408C}"/>
              </a:ext>
            </a:extLst>
          </p:cNvPr>
          <p:cNvSpPr>
            <a:spLocks noGrp="1"/>
          </p:cNvSpPr>
          <p:nvPr>
            <p:ph idx="1"/>
          </p:nvPr>
        </p:nvSpPr>
        <p:spPr>
          <a:xfrm>
            <a:off x="8198864" y="1967113"/>
            <a:ext cx="3519033"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9A3BCCF9-FD2E-4741-9A94-8ED367E8288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53841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no subhead: Three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463550"/>
          </a:xfrm>
        </p:spPr>
        <p:txBody>
          <a:bodyPr/>
          <a:lstStyle/>
          <a:p>
            <a:r>
              <a:rPr lang="en-US"/>
              <a:t>Click to edit Master title style</a:t>
            </a:r>
            <a:endParaRPr lang="en-US" dirty="0"/>
          </a:p>
        </p:txBody>
      </p:sp>
      <p:sp>
        <p:nvSpPr>
          <p:cNvPr id="18" name="Content Placeholder 2">
            <a:extLst>
              <a:ext uri="{FF2B5EF4-FFF2-40B4-BE49-F238E27FC236}">
                <a16:creationId xmlns:a16="http://schemas.microsoft.com/office/drawing/2014/main" id="{61CC9BBA-547D-4E18-BCA7-FDB5D1F64034}"/>
              </a:ext>
            </a:extLst>
          </p:cNvPr>
          <p:cNvSpPr>
            <a:spLocks noGrp="1"/>
          </p:cNvSpPr>
          <p:nvPr>
            <p:ph idx="14"/>
          </p:nvPr>
        </p:nvSpPr>
        <p:spPr>
          <a:xfrm>
            <a:off x="4334091"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35C31D28-D6BF-43CC-A204-E65B83F1FE2C}"/>
              </a:ext>
            </a:extLst>
          </p:cNvPr>
          <p:cNvSpPr>
            <a:spLocks noGrp="1"/>
          </p:cNvSpPr>
          <p:nvPr>
            <p:ph idx="15"/>
          </p:nvPr>
        </p:nvSpPr>
        <p:spPr>
          <a:xfrm>
            <a:off x="457199"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A8A136-B3F1-4CD4-96F0-FC2034A3A402}"/>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32F2873F-33B6-4CA9-93C0-00806D71AFF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288218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no subhead: Four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463550"/>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B4FECF13-45A3-4E5E-9C50-1FB1D52E748C}"/>
              </a:ext>
            </a:extLst>
          </p:cNvPr>
          <p:cNvSpPr>
            <a:spLocks noGrp="1"/>
          </p:cNvSpPr>
          <p:nvPr>
            <p:ph idx="18"/>
          </p:nvPr>
        </p:nvSpPr>
        <p:spPr>
          <a:xfrm>
            <a:off x="45567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CF27CFD2-9839-4A48-8EC3-59FE0833DF69}"/>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9333903E-DD09-4D1B-A705-0126772D0C20}"/>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Content Placeholder 2">
            <a:extLst>
              <a:ext uri="{FF2B5EF4-FFF2-40B4-BE49-F238E27FC236}">
                <a16:creationId xmlns:a16="http://schemas.microsoft.com/office/drawing/2014/main" id="{307A4E12-8941-4699-8891-EE211FDC74A2}"/>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E34D3C8B-5D25-412C-B2B6-1C230F6ECB6D}"/>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30508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no subhead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C6A006-79D6-4FC0-8944-ED8D33182FB5}"/>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4" name="Footer Placeholder 10">
            <a:extLst>
              <a:ext uri="{FF2B5EF4-FFF2-40B4-BE49-F238E27FC236}">
                <a16:creationId xmlns:a16="http://schemas.microsoft.com/office/drawing/2014/main" id="{8B40CF54-3FB2-43C4-8ED2-061175C03E2F}"/>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066324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line title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26900AD-628D-4F3E-9698-1B0469E3E094}"/>
              </a:ext>
            </a:extLst>
          </p:cNvPr>
          <p:cNvSpPr>
            <a:spLocks noGrp="1"/>
          </p:cNvSpPr>
          <p:nvPr>
            <p:ph type="body" sz="quarter" idx="17"/>
          </p:nvPr>
        </p:nvSpPr>
        <p:spPr>
          <a:xfrm>
            <a:off x="457200" y="87028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5" name="Text Placeholder 4">
            <a:extLst>
              <a:ext uri="{FF2B5EF4-FFF2-40B4-BE49-F238E27FC236}">
                <a16:creationId xmlns:a16="http://schemas.microsoft.com/office/drawing/2014/main" id="{5933A4E5-53F5-4965-A7CC-A30FF6C42D3B}"/>
              </a:ext>
            </a:extLst>
          </p:cNvPr>
          <p:cNvSpPr>
            <a:spLocks noGrp="1"/>
          </p:cNvSpPr>
          <p:nvPr>
            <p:ph type="body" sz="quarter" idx="16"/>
          </p:nvPr>
        </p:nvSpPr>
        <p:spPr>
          <a:xfrm>
            <a:off x="457200" y="1967112"/>
            <a:ext cx="11274425" cy="1345753"/>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6" name="Footer Placeholder 10">
            <a:extLst>
              <a:ext uri="{FF2B5EF4-FFF2-40B4-BE49-F238E27FC236}">
                <a16:creationId xmlns:a16="http://schemas.microsoft.com/office/drawing/2014/main" id="{AA397C8B-D09B-41B4-A86B-A6CE5A8695E5}"/>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757711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line title with subhead: Two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C47D26ED-DCAC-784D-8FBF-7B4971D8ADF3}"/>
              </a:ext>
            </a:extLst>
          </p:cNvPr>
          <p:cNvSpPr>
            <a:spLocks noGrp="1"/>
          </p:cNvSpPr>
          <p:nvPr>
            <p:ph idx="1"/>
          </p:nvPr>
        </p:nvSpPr>
        <p:spPr>
          <a:xfrm>
            <a:off x="457200"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2">
            <a:extLst>
              <a:ext uri="{FF2B5EF4-FFF2-40B4-BE49-F238E27FC236}">
                <a16:creationId xmlns:a16="http://schemas.microsoft.com/office/drawing/2014/main" id="{AF362B3D-2ED9-9544-AB97-326723A5E00A}"/>
              </a:ext>
            </a:extLst>
          </p:cNvPr>
          <p:cNvSpPr>
            <a:spLocks noGrp="1"/>
          </p:cNvSpPr>
          <p:nvPr>
            <p:ph idx="14"/>
          </p:nvPr>
        </p:nvSpPr>
        <p:spPr>
          <a:xfrm>
            <a:off x="6268212"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itle 4">
            <a:extLst>
              <a:ext uri="{FF2B5EF4-FFF2-40B4-BE49-F238E27FC236}">
                <a16:creationId xmlns:a16="http://schemas.microsoft.com/office/drawing/2014/main" id="{F8074E31-D111-4E4A-BFED-12CF43E6D9E7}"/>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15" name="Text Placeholder 2">
            <a:extLst>
              <a:ext uri="{FF2B5EF4-FFF2-40B4-BE49-F238E27FC236}">
                <a16:creationId xmlns:a16="http://schemas.microsoft.com/office/drawing/2014/main" id="{AFE581CB-9630-442F-9F85-5B73CB1A9789}"/>
              </a:ext>
            </a:extLst>
          </p:cNvPr>
          <p:cNvSpPr>
            <a:spLocks noGrp="1"/>
          </p:cNvSpPr>
          <p:nvPr>
            <p:ph type="body" idx="13"/>
          </p:nvPr>
        </p:nvSpPr>
        <p:spPr>
          <a:xfrm>
            <a:off x="457200" y="876632"/>
            <a:ext cx="11274552" cy="373436"/>
          </a:xfrm>
          <a:prstGeom prst="rect">
            <a:avLst/>
          </a:prstGeom>
        </p:spPr>
        <p:txBody>
          <a:bodyPr wrap="square" lIns="0" anchor="t">
            <a:spAutoFit/>
          </a:bodyPr>
          <a:lstStyle>
            <a:lvl1pPr marL="0" indent="0" algn="l" defTabSz="914400" rtl="0" eaLnBrk="1" latinLnBrk="0" hangingPunct="1">
              <a:lnSpc>
                <a:spcPct val="110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Footer Placeholder 10">
            <a:extLst>
              <a:ext uri="{FF2B5EF4-FFF2-40B4-BE49-F238E27FC236}">
                <a16:creationId xmlns:a16="http://schemas.microsoft.com/office/drawing/2014/main" id="{F8FD40ED-5AB8-4DC4-8FC4-4B5A986D340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7790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line title with subhead: Two content weighted righ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074E31-D111-4E4A-BFED-12CF43E6D9E7}"/>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15" name="Text Placeholder 2">
            <a:extLst>
              <a:ext uri="{FF2B5EF4-FFF2-40B4-BE49-F238E27FC236}">
                <a16:creationId xmlns:a16="http://schemas.microsoft.com/office/drawing/2014/main" id="{AFE581CB-9630-442F-9F85-5B73CB1A9789}"/>
              </a:ext>
            </a:extLst>
          </p:cNvPr>
          <p:cNvSpPr>
            <a:spLocks noGrp="1"/>
          </p:cNvSpPr>
          <p:nvPr>
            <p:ph type="body" idx="13"/>
          </p:nvPr>
        </p:nvSpPr>
        <p:spPr>
          <a:xfrm>
            <a:off x="457200" y="876632"/>
            <a:ext cx="11274552" cy="373436"/>
          </a:xfrm>
          <a:prstGeom prst="rect">
            <a:avLst/>
          </a:prstGeom>
        </p:spPr>
        <p:txBody>
          <a:bodyPr wrap="square" lIns="0" anchor="t">
            <a:spAutoFit/>
          </a:bodyPr>
          <a:lstStyle>
            <a:lvl1pPr marL="0" indent="0" algn="l" defTabSz="914400" rtl="0" eaLnBrk="1" latinLnBrk="0" hangingPunct="1">
              <a:lnSpc>
                <a:spcPct val="110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2">
            <a:extLst>
              <a:ext uri="{FF2B5EF4-FFF2-40B4-BE49-F238E27FC236}">
                <a16:creationId xmlns:a16="http://schemas.microsoft.com/office/drawing/2014/main" id="{57A2ABEF-208D-4586-9E4F-EE7470886029}"/>
              </a:ext>
            </a:extLst>
          </p:cNvPr>
          <p:cNvSpPr>
            <a:spLocks noGrp="1"/>
          </p:cNvSpPr>
          <p:nvPr>
            <p:ph idx="1"/>
          </p:nvPr>
        </p:nvSpPr>
        <p:spPr>
          <a:xfrm>
            <a:off x="457200" y="1967113"/>
            <a:ext cx="3538497"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Content Placeholder 2">
            <a:extLst>
              <a:ext uri="{FF2B5EF4-FFF2-40B4-BE49-F238E27FC236}">
                <a16:creationId xmlns:a16="http://schemas.microsoft.com/office/drawing/2014/main" id="{12643E8C-C561-4D13-B00A-51A91E0A4407}"/>
              </a:ext>
            </a:extLst>
          </p:cNvPr>
          <p:cNvSpPr>
            <a:spLocks noGrp="1"/>
          </p:cNvSpPr>
          <p:nvPr>
            <p:ph idx="14"/>
          </p:nvPr>
        </p:nvSpPr>
        <p:spPr>
          <a:xfrm>
            <a:off x="4341479" y="1967113"/>
            <a:ext cx="7390273"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96D6A4C0-6EC8-4405-ADE8-043BEC650C01}"/>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094893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line title with subhead: Two content weighted lef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1EEACE-D06E-49E0-A987-8E14B93C2FF3}"/>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15" name="Text Placeholder 2">
            <a:extLst>
              <a:ext uri="{FF2B5EF4-FFF2-40B4-BE49-F238E27FC236}">
                <a16:creationId xmlns:a16="http://schemas.microsoft.com/office/drawing/2014/main" id="{73543151-CB72-4095-A281-6E166F8202F1}"/>
              </a:ext>
            </a:extLst>
          </p:cNvPr>
          <p:cNvSpPr>
            <a:spLocks noGrp="1"/>
          </p:cNvSpPr>
          <p:nvPr>
            <p:ph type="body" idx="16"/>
          </p:nvPr>
        </p:nvSpPr>
        <p:spPr>
          <a:xfrm>
            <a:off x="457200" y="876632"/>
            <a:ext cx="11274552" cy="373436"/>
          </a:xfrm>
          <a:prstGeom prst="rect">
            <a:avLst/>
          </a:prstGeom>
        </p:spPr>
        <p:txBody>
          <a:bodyPr wrap="square" lIns="0" anchor="t">
            <a:spAutoFit/>
          </a:bodyPr>
          <a:lstStyle>
            <a:lvl1pPr marL="0" indent="0" algn="l" defTabSz="914400" rtl="0" eaLnBrk="1" latinLnBrk="0" hangingPunct="1">
              <a:lnSpc>
                <a:spcPct val="110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2">
            <a:extLst>
              <a:ext uri="{FF2B5EF4-FFF2-40B4-BE49-F238E27FC236}">
                <a16:creationId xmlns:a16="http://schemas.microsoft.com/office/drawing/2014/main" id="{543447AD-9B2C-4F8B-8840-33CC5A99A884}"/>
              </a:ext>
            </a:extLst>
          </p:cNvPr>
          <p:cNvSpPr>
            <a:spLocks noGrp="1"/>
          </p:cNvSpPr>
          <p:nvPr>
            <p:ph idx="14"/>
          </p:nvPr>
        </p:nvSpPr>
        <p:spPr>
          <a:xfrm>
            <a:off x="457200" y="1967113"/>
            <a:ext cx="7395882"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Content Placeholder 2">
            <a:extLst>
              <a:ext uri="{FF2B5EF4-FFF2-40B4-BE49-F238E27FC236}">
                <a16:creationId xmlns:a16="http://schemas.microsoft.com/office/drawing/2014/main" id="{6F568C8B-28E5-4A13-87CC-8002898E41B6}"/>
              </a:ext>
            </a:extLst>
          </p:cNvPr>
          <p:cNvSpPr>
            <a:spLocks noGrp="1"/>
          </p:cNvSpPr>
          <p:nvPr>
            <p:ph idx="1"/>
          </p:nvPr>
        </p:nvSpPr>
        <p:spPr>
          <a:xfrm>
            <a:off x="8198864" y="1967113"/>
            <a:ext cx="3519033"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C563DA4D-3F63-4B6C-B996-0708DC1DB49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8024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line title with subhead: Thre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70C859-C19B-4489-A1B2-207EA480FA4A}"/>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16" name="Text Placeholder 2">
            <a:extLst>
              <a:ext uri="{FF2B5EF4-FFF2-40B4-BE49-F238E27FC236}">
                <a16:creationId xmlns:a16="http://schemas.microsoft.com/office/drawing/2014/main" id="{0AD172E0-9AA6-41A2-8A2C-69AC58E1A524}"/>
              </a:ext>
            </a:extLst>
          </p:cNvPr>
          <p:cNvSpPr>
            <a:spLocks noGrp="1"/>
          </p:cNvSpPr>
          <p:nvPr>
            <p:ph type="body" idx="18"/>
          </p:nvPr>
        </p:nvSpPr>
        <p:spPr>
          <a:xfrm>
            <a:off x="457200" y="876632"/>
            <a:ext cx="11274552" cy="373436"/>
          </a:xfrm>
          <a:prstGeom prst="rect">
            <a:avLst/>
          </a:prstGeom>
        </p:spPr>
        <p:txBody>
          <a:bodyPr wrap="square" lIns="0" anchor="t">
            <a:spAutoFit/>
          </a:bodyPr>
          <a:lstStyle>
            <a:lvl1pPr marL="0" indent="0" algn="l" defTabSz="914400" rtl="0" eaLnBrk="1" latinLnBrk="0" hangingPunct="1">
              <a:lnSpc>
                <a:spcPct val="110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2">
            <a:extLst>
              <a:ext uri="{FF2B5EF4-FFF2-40B4-BE49-F238E27FC236}">
                <a16:creationId xmlns:a16="http://schemas.microsoft.com/office/drawing/2014/main" id="{1FFE35A8-3B2A-4D50-B389-3EFEF7C33AEF}"/>
              </a:ext>
            </a:extLst>
          </p:cNvPr>
          <p:cNvSpPr>
            <a:spLocks noGrp="1"/>
          </p:cNvSpPr>
          <p:nvPr>
            <p:ph idx="14"/>
          </p:nvPr>
        </p:nvSpPr>
        <p:spPr>
          <a:xfrm>
            <a:off x="4334091"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EE448C72-99CE-44E5-9192-1C07E845DB90}"/>
              </a:ext>
            </a:extLst>
          </p:cNvPr>
          <p:cNvSpPr>
            <a:spLocks noGrp="1"/>
          </p:cNvSpPr>
          <p:nvPr>
            <p:ph idx="15"/>
          </p:nvPr>
        </p:nvSpPr>
        <p:spPr>
          <a:xfrm>
            <a:off x="457199"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Content Placeholder 2">
            <a:extLst>
              <a:ext uri="{FF2B5EF4-FFF2-40B4-BE49-F238E27FC236}">
                <a16:creationId xmlns:a16="http://schemas.microsoft.com/office/drawing/2014/main" id="{F40B6C54-3A77-4D1F-9FE2-40B10EEB6CEA}"/>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FD6F40AF-208C-439C-A929-97812791AA45}"/>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59348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line title with subhead: Four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A8119-8A9D-4E8D-9FBE-CEFF19695DCE}"/>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21" name="Text Placeholder 2">
            <a:extLst>
              <a:ext uri="{FF2B5EF4-FFF2-40B4-BE49-F238E27FC236}">
                <a16:creationId xmlns:a16="http://schemas.microsoft.com/office/drawing/2014/main" id="{88B5D3F9-9FEE-4FC1-8557-65F2161D1E1B}"/>
              </a:ext>
            </a:extLst>
          </p:cNvPr>
          <p:cNvSpPr>
            <a:spLocks noGrp="1"/>
          </p:cNvSpPr>
          <p:nvPr>
            <p:ph type="body" idx="23"/>
          </p:nvPr>
        </p:nvSpPr>
        <p:spPr>
          <a:xfrm>
            <a:off x="457200" y="876632"/>
            <a:ext cx="11274552" cy="373436"/>
          </a:xfrm>
          <a:prstGeom prst="rect">
            <a:avLst/>
          </a:prstGeom>
        </p:spPr>
        <p:txBody>
          <a:bodyPr wrap="square" lIns="0" anchor="t">
            <a:spAutoFit/>
          </a:bodyPr>
          <a:lstStyle>
            <a:lvl1pPr marL="0" indent="0" algn="l" defTabSz="914400" rtl="0" eaLnBrk="1" latinLnBrk="0" hangingPunct="1">
              <a:lnSpc>
                <a:spcPct val="110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a:extLst>
              <a:ext uri="{FF2B5EF4-FFF2-40B4-BE49-F238E27FC236}">
                <a16:creationId xmlns:a16="http://schemas.microsoft.com/office/drawing/2014/main" id="{AEE73A41-482C-463A-8FE1-6CE47D59D0E2}"/>
              </a:ext>
            </a:extLst>
          </p:cNvPr>
          <p:cNvSpPr>
            <a:spLocks noGrp="1"/>
          </p:cNvSpPr>
          <p:nvPr>
            <p:ph idx="18"/>
          </p:nvPr>
        </p:nvSpPr>
        <p:spPr>
          <a:xfrm>
            <a:off x="45567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6C11CA0D-977D-49E5-9086-5ABC6F80618D}"/>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Content Placeholder 2">
            <a:extLst>
              <a:ext uri="{FF2B5EF4-FFF2-40B4-BE49-F238E27FC236}">
                <a16:creationId xmlns:a16="http://schemas.microsoft.com/office/drawing/2014/main" id="{A8BF6AFA-475F-4876-BEA9-2BDA015EF2DD}"/>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Content Placeholder 2">
            <a:extLst>
              <a:ext uri="{FF2B5EF4-FFF2-40B4-BE49-F238E27FC236}">
                <a16:creationId xmlns:a16="http://schemas.microsoft.com/office/drawing/2014/main" id="{2FB7FBF6-36AE-49CD-B5DB-672873569C89}"/>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10">
            <a:extLst>
              <a:ext uri="{FF2B5EF4-FFF2-40B4-BE49-F238E27FC236}">
                <a16:creationId xmlns:a16="http://schemas.microsoft.com/office/drawing/2014/main" id="{58A3B94D-2155-4BEB-A474-C5E26315EEAA}"/>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2530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line title with subhead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1EEACE-D06E-49E0-A987-8E14B93C2FF3}"/>
              </a:ext>
            </a:extLst>
          </p:cNvPr>
          <p:cNvSpPr>
            <a:spLocks noGrp="1"/>
          </p:cNvSpPr>
          <p:nvPr>
            <p:ph type="title"/>
          </p:nvPr>
        </p:nvSpPr>
        <p:spPr>
          <a:xfrm>
            <a:off x="457200" y="457200"/>
            <a:ext cx="11274552" cy="466344"/>
          </a:xfrm>
        </p:spPr>
        <p:txBody>
          <a:bodyPr/>
          <a:lstStyle/>
          <a:p>
            <a:r>
              <a:rPr lang="en-US"/>
              <a:t>Click to edit Master title style</a:t>
            </a:r>
            <a:endParaRPr lang="en-US" dirty="0"/>
          </a:p>
        </p:txBody>
      </p:sp>
      <p:sp>
        <p:nvSpPr>
          <p:cNvPr id="15" name="Text Placeholder 2">
            <a:extLst>
              <a:ext uri="{FF2B5EF4-FFF2-40B4-BE49-F238E27FC236}">
                <a16:creationId xmlns:a16="http://schemas.microsoft.com/office/drawing/2014/main" id="{73543151-CB72-4095-A281-6E166F8202F1}"/>
              </a:ext>
            </a:extLst>
          </p:cNvPr>
          <p:cNvSpPr>
            <a:spLocks noGrp="1"/>
          </p:cNvSpPr>
          <p:nvPr>
            <p:ph type="body" idx="16"/>
          </p:nvPr>
        </p:nvSpPr>
        <p:spPr>
          <a:xfrm>
            <a:off x="457200" y="876632"/>
            <a:ext cx="11274552" cy="373436"/>
          </a:xfrm>
          <a:prstGeom prst="rect">
            <a:avLst/>
          </a:prstGeom>
        </p:spPr>
        <p:txBody>
          <a:bodyPr wrap="square" lIns="0" anchor="t">
            <a:spAutoFit/>
          </a:bodyPr>
          <a:lstStyle>
            <a:lvl1pPr marL="0" indent="0" algn="l" defTabSz="914400" rtl="0" eaLnBrk="1" latinLnBrk="0" hangingPunct="1">
              <a:lnSpc>
                <a:spcPct val="110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Footer Placeholder 10">
            <a:extLst>
              <a:ext uri="{FF2B5EF4-FFF2-40B4-BE49-F238E27FC236}">
                <a16:creationId xmlns:a16="http://schemas.microsoft.com/office/drawing/2014/main" id="{A1CE9E29-EC43-47AD-89B5-9689BD910B3D}"/>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60086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line title with subhead">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B05BB41-B2C8-4A28-B359-E94FA0C34DF0}"/>
              </a:ext>
            </a:extLst>
          </p:cNvPr>
          <p:cNvSpPr>
            <a:spLocks noGrp="1"/>
          </p:cNvSpPr>
          <p:nvPr>
            <p:ph type="body" sz="quarter" idx="16"/>
          </p:nvPr>
        </p:nvSpPr>
        <p:spPr>
          <a:xfrm>
            <a:off x="457200" y="1967113"/>
            <a:ext cx="11277600" cy="1345753"/>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79538170-21B6-4714-A9AD-5E119CA077D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781368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line title with subhead: Two conten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14558AAC-739A-4D30-9B92-0A9FE3CDA49D}"/>
              </a:ext>
            </a:extLst>
          </p:cNvPr>
          <p:cNvSpPr>
            <a:spLocks noGrp="1"/>
          </p:cNvSpPr>
          <p:nvPr>
            <p:ph idx="1"/>
          </p:nvPr>
        </p:nvSpPr>
        <p:spPr>
          <a:xfrm>
            <a:off x="457200" y="1967112"/>
            <a:ext cx="5463540" cy="433208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9B787B0-48E4-433B-85C7-85541BFCFB95}"/>
              </a:ext>
            </a:extLst>
          </p:cNvPr>
          <p:cNvSpPr>
            <a:spLocks noGrp="1"/>
          </p:cNvSpPr>
          <p:nvPr>
            <p:ph idx="14"/>
          </p:nvPr>
        </p:nvSpPr>
        <p:spPr>
          <a:xfrm>
            <a:off x="6268212" y="1967112"/>
            <a:ext cx="5463540" cy="433208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DFD7C076-3F14-48C3-8F05-9CC51B385EEE}"/>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4866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line title with subhead: Two content weighted righ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22" name="Content Placeholder 2">
            <a:extLst>
              <a:ext uri="{FF2B5EF4-FFF2-40B4-BE49-F238E27FC236}">
                <a16:creationId xmlns:a16="http://schemas.microsoft.com/office/drawing/2014/main" id="{CC545FD2-7A6E-4515-AF06-2BB0F6C9AAC3}"/>
              </a:ext>
            </a:extLst>
          </p:cNvPr>
          <p:cNvSpPr>
            <a:spLocks noGrp="1"/>
          </p:cNvSpPr>
          <p:nvPr>
            <p:ph idx="1"/>
          </p:nvPr>
        </p:nvSpPr>
        <p:spPr>
          <a:xfrm>
            <a:off x="457200" y="1967113"/>
            <a:ext cx="3538497"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0E33CA35-C6F0-4917-B7E6-A30CED917577}"/>
              </a:ext>
            </a:extLst>
          </p:cNvPr>
          <p:cNvSpPr>
            <a:spLocks noGrp="1"/>
          </p:cNvSpPr>
          <p:nvPr>
            <p:ph idx="14"/>
          </p:nvPr>
        </p:nvSpPr>
        <p:spPr>
          <a:xfrm>
            <a:off x="4341479" y="1967113"/>
            <a:ext cx="7390273"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21E9AEFA-CC51-4CE4-AF06-4E0BDE1E97C8}"/>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04476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line title with subhead: Two content weighted lef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22" name="Content Placeholder 2">
            <a:extLst>
              <a:ext uri="{FF2B5EF4-FFF2-40B4-BE49-F238E27FC236}">
                <a16:creationId xmlns:a16="http://schemas.microsoft.com/office/drawing/2014/main" id="{2EF85F38-9197-4646-B35C-FB5BF271A7A9}"/>
              </a:ext>
            </a:extLst>
          </p:cNvPr>
          <p:cNvSpPr>
            <a:spLocks noGrp="1"/>
          </p:cNvSpPr>
          <p:nvPr>
            <p:ph idx="14"/>
          </p:nvPr>
        </p:nvSpPr>
        <p:spPr>
          <a:xfrm>
            <a:off x="457200" y="1967113"/>
            <a:ext cx="7395882"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BC7A3651-D256-41A5-AAFF-DB7CE7BFD36B}"/>
              </a:ext>
            </a:extLst>
          </p:cNvPr>
          <p:cNvSpPr>
            <a:spLocks noGrp="1"/>
          </p:cNvSpPr>
          <p:nvPr>
            <p:ph idx="1"/>
          </p:nvPr>
        </p:nvSpPr>
        <p:spPr>
          <a:xfrm>
            <a:off x="8198864" y="1967113"/>
            <a:ext cx="3519033"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748F3F40-E9B0-4B1B-9E2E-81BF2177B7F8}"/>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97288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line title with subhead: Three conten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23" name="Content Placeholder 2">
            <a:extLst>
              <a:ext uri="{FF2B5EF4-FFF2-40B4-BE49-F238E27FC236}">
                <a16:creationId xmlns:a16="http://schemas.microsoft.com/office/drawing/2014/main" id="{9C93C290-E978-440A-8017-3A133672AE22}"/>
              </a:ext>
            </a:extLst>
          </p:cNvPr>
          <p:cNvSpPr>
            <a:spLocks noGrp="1"/>
          </p:cNvSpPr>
          <p:nvPr>
            <p:ph idx="14"/>
          </p:nvPr>
        </p:nvSpPr>
        <p:spPr>
          <a:xfrm>
            <a:off x="4334091"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Content Placeholder 2">
            <a:extLst>
              <a:ext uri="{FF2B5EF4-FFF2-40B4-BE49-F238E27FC236}">
                <a16:creationId xmlns:a16="http://schemas.microsoft.com/office/drawing/2014/main" id="{32ECA63C-E4C9-4727-B43F-4A7ABC84D728}"/>
              </a:ext>
            </a:extLst>
          </p:cNvPr>
          <p:cNvSpPr>
            <a:spLocks noGrp="1"/>
          </p:cNvSpPr>
          <p:nvPr>
            <p:ph idx="15"/>
          </p:nvPr>
        </p:nvSpPr>
        <p:spPr>
          <a:xfrm>
            <a:off x="457199"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7E333B3F-3E99-48D9-B017-755F0DAF0B4B}"/>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09D7F567-DEE9-4052-9068-ACC47817C2F6}"/>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262896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line title with subhead: Four conten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25" name="Content Placeholder 2">
            <a:extLst>
              <a:ext uri="{FF2B5EF4-FFF2-40B4-BE49-F238E27FC236}">
                <a16:creationId xmlns:a16="http://schemas.microsoft.com/office/drawing/2014/main" id="{E9CF6EB7-3F22-4CAA-9506-5B9D47D1ECFD}"/>
              </a:ext>
            </a:extLst>
          </p:cNvPr>
          <p:cNvSpPr>
            <a:spLocks noGrp="1"/>
          </p:cNvSpPr>
          <p:nvPr>
            <p:ph idx="18"/>
          </p:nvPr>
        </p:nvSpPr>
        <p:spPr>
          <a:xfrm>
            <a:off x="45567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Content Placeholder 2">
            <a:extLst>
              <a:ext uri="{FF2B5EF4-FFF2-40B4-BE49-F238E27FC236}">
                <a16:creationId xmlns:a16="http://schemas.microsoft.com/office/drawing/2014/main" id="{94D2C927-853F-40F7-BEA8-EB87EBD405C4}"/>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Content Placeholder 2">
            <a:extLst>
              <a:ext uri="{FF2B5EF4-FFF2-40B4-BE49-F238E27FC236}">
                <a16:creationId xmlns:a16="http://schemas.microsoft.com/office/drawing/2014/main" id="{F4C8CB9D-0E1B-4F5D-B9E7-3C1F8049818A}"/>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Content Placeholder 2">
            <a:extLst>
              <a:ext uri="{FF2B5EF4-FFF2-40B4-BE49-F238E27FC236}">
                <a16:creationId xmlns:a16="http://schemas.microsoft.com/office/drawing/2014/main" id="{214F2138-4345-4175-BA09-5927B84F558D}"/>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10">
            <a:extLst>
              <a:ext uri="{FF2B5EF4-FFF2-40B4-BE49-F238E27FC236}">
                <a16:creationId xmlns:a16="http://schemas.microsoft.com/office/drawing/2014/main" id="{456493A9-E23C-409C-A174-414FC86274E5}"/>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498991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line title with subhead only">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endParaRPr lang="en-US" dirty="0"/>
          </a:p>
        </p:txBody>
      </p:sp>
      <p:sp>
        <p:nvSpPr>
          <p:cNvPr id="4" name="Footer Placeholder 10">
            <a:extLst>
              <a:ext uri="{FF2B5EF4-FFF2-40B4-BE49-F238E27FC236}">
                <a16:creationId xmlns:a16="http://schemas.microsoft.com/office/drawing/2014/main" id="{1C314CCC-913F-4DA2-91CF-D7C89A96EFF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25336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yebrow and title">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72AF7A-2465-4F0F-A08C-14ACD96BCADF}"/>
              </a:ext>
            </a:extLst>
          </p:cNvPr>
          <p:cNvSpPr>
            <a:spLocks noGrp="1"/>
          </p:cNvSpPr>
          <p:nvPr>
            <p:ph type="body" sz="quarter" idx="12"/>
          </p:nvPr>
        </p:nvSpPr>
        <p:spPr>
          <a:xfrm>
            <a:off x="457200" y="1967113"/>
            <a:ext cx="11274425" cy="1345753"/>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5">
            <a:extLst>
              <a:ext uri="{FF2B5EF4-FFF2-40B4-BE49-F238E27FC236}">
                <a16:creationId xmlns:a16="http://schemas.microsoft.com/office/drawing/2014/main" id="{8AF75BD6-4444-4897-A7D2-43BB9BBF2C48}"/>
              </a:ext>
            </a:extLst>
          </p:cNvPr>
          <p:cNvSpPr>
            <a:spLocks noGrp="1"/>
          </p:cNvSpPr>
          <p:nvPr>
            <p:ph sz="quarter" idx="15"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5" name="Footer Placeholder 10">
            <a:extLst>
              <a:ext uri="{FF2B5EF4-FFF2-40B4-BE49-F238E27FC236}">
                <a16:creationId xmlns:a16="http://schemas.microsoft.com/office/drawing/2014/main" id="{4A4DCBC1-8EA3-4E87-837A-83F17AC845BC}"/>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95594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yebrow and title: Two content">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719BF881-191A-4C89-9CA9-B03A208BB721}"/>
              </a:ext>
            </a:extLst>
          </p:cNvPr>
          <p:cNvSpPr>
            <a:spLocks noGrp="1"/>
          </p:cNvSpPr>
          <p:nvPr>
            <p:ph idx="1"/>
          </p:nvPr>
        </p:nvSpPr>
        <p:spPr>
          <a:xfrm>
            <a:off x="457200" y="1967112"/>
            <a:ext cx="5463540" cy="433208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2E5BEB5D-75B8-4918-93B2-B443D35A5730}"/>
              </a:ext>
            </a:extLst>
          </p:cNvPr>
          <p:cNvSpPr>
            <a:spLocks noGrp="1"/>
          </p:cNvSpPr>
          <p:nvPr>
            <p:ph idx="14"/>
          </p:nvPr>
        </p:nvSpPr>
        <p:spPr>
          <a:xfrm>
            <a:off x="6268212" y="1967112"/>
            <a:ext cx="5463540" cy="433208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5">
            <a:extLst>
              <a:ext uri="{FF2B5EF4-FFF2-40B4-BE49-F238E27FC236}">
                <a16:creationId xmlns:a16="http://schemas.microsoft.com/office/drawing/2014/main" id="{0E0E0026-750C-4749-8A4B-F50BDFEB1D84}"/>
              </a:ext>
            </a:extLst>
          </p:cNvPr>
          <p:cNvSpPr>
            <a:spLocks noGrp="1"/>
          </p:cNvSpPr>
          <p:nvPr>
            <p:ph sz="quarter" idx="16"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6" name="Footer Placeholder 10">
            <a:extLst>
              <a:ext uri="{FF2B5EF4-FFF2-40B4-BE49-F238E27FC236}">
                <a16:creationId xmlns:a16="http://schemas.microsoft.com/office/drawing/2014/main" id="{82695469-62BA-4F8A-9BAF-A9C4A0869C1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442406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yebrow and title: Two content weighted right">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22" name="Content Placeholder 2">
            <a:extLst>
              <a:ext uri="{FF2B5EF4-FFF2-40B4-BE49-F238E27FC236}">
                <a16:creationId xmlns:a16="http://schemas.microsoft.com/office/drawing/2014/main" id="{6843707F-B45E-45FC-9FE9-0815D75BC1A1}"/>
              </a:ext>
            </a:extLst>
          </p:cNvPr>
          <p:cNvSpPr>
            <a:spLocks noGrp="1"/>
          </p:cNvSpPr>
          <p:nvPr>
            <p:ph idx="1"/>
          </p:nvPr>
        </p:nvSpPr>
        <p:spPr>
          <a:xfrm>
            <a:off x="457200" y="1967113"/>
            <a:ext cx="3538497"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6143D6D5-0D4B-4353-9C0C-195451C5A54F}"/>
              </a:ext>
            </a:extLst>
          </p:cNvPr>
          <p:cNvSpPr>
            <a:spLocks noGrp="1"/>
          </p:cNvSpPr>
          <p:nvPr>
            <p:ph idx="14"/>
          </p:nvPr>
        </p:nvSpPr>
        <p:spPr>
          <a:xfrm>
            <a:off x="4341479" y="1967113"/>
            <a:ext cx="7390273" cy="43320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5">
            <a:extLst>
              <a:ext uri="{FF2B5EF4-FFF2-40B4-BE49-F238E27FC236}">
                <a16:creationId xmlns:a16="http://schemas.microsoft.com/office/drawing/2014/main" id="{B26C481B-8F05-454E-B9A0-E5483867A6CE}"/>
              </a:ext>
            </a:extLst>
          </p:cNvPr>
          <p:cNvSpPr>
            <a:spLocks noGrp="1"/>
          </p:cNvSpPr>
          <p:nvPr>
            <p:ph sz="quarter" idx="16"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6" name="Footer Placeholder 10">
            <a:extLst>
              <a:ext uri="{FF2B5EF4-FFF2-40B4-BE49-F238E27FC236}">
                <a16:creationId xmlns:a16="http://schemas.microsoft.com/office/drawing/2014/main" id="{2A3D27C5-73FD-45B9-8B63-64387D57F04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108041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yebrow and title: Two content weighted left">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23" name="Content Placeholder 2">
            <a:extLst>
              <a:ext uri="{FF2B5EF4-FFF2-40B4-BE49-F238E27FC236}">
                <a16:creationId xmlns:a16="http://schemas.microsoft.com/office/drawing/2014/main" id="{10E464D7-775C-4C1A-A4A8-BF8F444195B4}"/>
              </a:ext>
            </a:extLst>
          </p:cNvPr>
          <p:cNvSpPr>
            <a:spLocks noGrp="1"/>
          </p:cNvSpPr>
          <p:nvPr>
            <p:ph idx="14"/>
          </p:nvPr>
        </p:nvSpPr>
        <p:spPr>
          <a:xfrm>
            <a:off x="457200" y="1967113"/>
            <a:ext cx="7395882"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Content Placeholder 2">
            <a:extLst>
              <a:ext uri="{FF2B5EF4-FFF2-40B4-BE49-F238E27FC236}">
                <a16:creationId xmlns:a16="http://schemas.microsoft.com/office/drawing/2014/main" id="{BEA99AE5-C520-4034-BD81-FB644B5F26F9}"/>
              </a:ext>
            </a:extLst>
          </p:cNvPr>
          <p:cNvSpPr>
            <a:spLocks noGrp="1"/>
          </p:cNvSpPr>
          <p:nvPr>
            <p:ph idx="1"/>
          </p:nvPr>
        </p:nvSpPr>
        <p:spPr>
          <a:xfrm>
            <a:off x="8198864" y="1967113"/>
            <a:ext cx="3519033" cy="43511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5">
            <a:extLst>
              <a:ext uri="{FF2B5EF4-FFF2-40B4-BE49-F238E27FC236}">
                <a16:creationId xmlns:a16="http://schemas.microsoft.com/office/drawing/2014/main" id="{862AB041-0459-420C-AFE3-C7423F7F4616}"/>
              </a:ext>
            </a:extLst>
          </p:cNvPr>
          <p:cNvSpPr>
            <a:spLocks noGrp="1"/>
          </p:cNvSpPr>
          <p:nvPr>
            <p:ph sz="quarter" idx="16"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6" name="Footer Placeholder 10">
            <a:extLst>
              <a:ext uri="{FF2B5EF4-FFF2-40B4-BE49-F238E27FC236}">
                <a16:creationId xmlns:a16="http://schemas.microsoft.com/office/drawing/2014/main" id="{44CBCC9F-B157-48A2-8BCD-F4134ED0D8A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807173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yebrow and title: Three content">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24" name="Content Placeholder 2">
            <a:extLst>
              <a:ext uri="{FF2B5EF4-FFF2-40B4-BE49-F238E27FC236}">
                <a16:creationId xmlns:a16="http://schemas.microsoft.com/office/drawing/2014/main" id="{FA2CB71B-425A-44AE-8C0B-0B2237A7A100}"/>
              </a:ext>
            </a:extLst>
          </p:cNvPr>
          <p:cNvSpPr>
            <a:spLocks noGrp="1"/>
          </p:cNvSpPr>
          <p:nvPr>
            <p:ph idx="14"/>
          </p:nvPr>
        </p:nvSpPr>
        <p:spPr>
          <a:xfrm>
            <a:off x="4334091"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56E686C1-0BF8-4DA5-B78B-25AE01BD4AFD}"/>
              </a:ext>
            </a:extLst>
          </p:cNvPr>
          <p:cNvSpPr>
            <a:spLocks noGrp="1"/>
          </p:cNvSpPr>
          <p:nvPr>
            <p:ph idx="15"/>
          </p:nvPr>
        </p:nvSpPr>
        <p:spPr>
          <a:xfrm>
            <a:off x="457199"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Content Placeholder 2">
            <a:extLst>
              <a:ext uri="{FF2B5EF4-FFF2-40B4-BE49-F238E27FC236}">
                <a16:creationId xmlns:a16="http://schemas.microsoft.com/office/drawing/2014/main" id="{9EC713FD-A64A-44DB-8150-B655DEE69289}"/>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5">
            <a:extLst>
              <a:ext uri="{FF2B5EF4-FFF2-40B4-BE49-F238E27FC236}">
                <a16:creationId xmlns:a16="http://schemas.microsoft.com/office/drawing/2014/main" id="{7BE03809-C0DF-4EF8-BEA1-6B7E7F85AC5B}"/>
              </a:ext>
            </a:extLst>
          </p:cNvPr>
          <p:cNvSpPr>
            <a:spLocks noGrp="1"/>
          </p:cNvSpPr>
          <p:nvPr>
            <p:ph sz="quarter" idx="18"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7" name="Footer Placeholder 10">
            <a:extLst>
              <a:ext uri="{FF2B5EF4-FFF2-40B4-BE49-F238E27FC236}">
                <a16:creationId xmlns:a16="http://schemas.microsoft.com/office/drawing/2014/main" id="{DCBE6651-8BD1-4E33-8D74-09677F47D6B6}"/>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41375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yebrow and title: Four content">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26" name="Content Placeholder 2">
            <a:extLst>
              <a:ext uri="{FF2B5EF4-FFF2-40B4-BE49-F238E27FC236}">
                <a16:creationId xmlns:a16="http://schemas.microsoft.com/office/drawing/2014/main" id="{5A5FF981-4ABF-4AA7-BA8F-4DC0D5291152}"/>
              </a:ext>
            </a:extLst>
          </p:cNvPr>
          <p:cNvSpPr>
            <a:spLocks noGrp="1"/>
          </p:cNvSpPr>
          <p:nvPr>
            <p:ph idx="18"/>
          </p:nvPr>
        </p:nvSpPr>
        <p:spPr>
          <a:xfrm>
            <a:off x="45567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Content Placeholder 2">
            <a:extLst>
              <a:ext uri="{FF2B5EF4-FFF2-40B4-BE49-F238E27FC236}">
                <a16:creationId xmlns:a16="http://schemas.microsoft.com/office/drawing/2014/main" id="{868D8A6A-0A57-4651-9366-A02DB21541BF}"/>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Content Placeholder 2">
            <a:extLst>
              <a:ext uri="{FF2B5EF4-FFF2-40B4-BE49-F238E27FC236}">
                <a16:creationId xmlns:a16="http://schemas.microsoft.com/office/drawing/2014/main" id="{FBF88B71-0BB2-4601-B2CE-F4F9B29D02DE}"/>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Content Placeholder 2">
            <a:extLst>
              <a:ext uri="{FF2B5EF4-FFF2-40B4-BE49-F238E27FC236}">
                <a16:creationId xmlns:a16="http://schemas.microsoft.com/office/drawing/2014/main" id="{3CC96474-5772-40F1-BF7B-AB01EC8D4AB9}"/>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5">
            <a:extLst>
              <a:ext uri="{FF2B5EF4-FFF2-40B4-BE49-F238E27FC236}">
                <a16:creationId xmlns:a16="http://schemas.microsoft.com/office/drawing/2014/main" id="{675F5264-3B10-4E1A-8EAD-38FFE8ACFF6A}"/>
              </a:ext>
            </a:extLst>
          </p:cNvPr>
          <p:cNvSpPr>
            <a:spLocks noGrp="1"/>
          </p:cNvSpPr>
          <p:nvPr>
            <p:ph sz="quarter" idx="15"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8" name="Footer Placeholder 10">
            <a:extLst>
              <a:ext uri="{FF2B5EF4-FFF2-40B4-BE49-F238E27FC236}">
                <a16:creationId xmlns:a16="http://schemas.microsoft.com/office/drawing/2014/main" id="{6CAFEAFB-1353-42C0-9A13-C38F635AC63E}"/>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4763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yebrow and title only">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869950"/>
            <a:ext cx="11274552" cy="753995"/>
          </a:xfrm>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8AF75BD6-4444-4897-A7D2-43BB9BBF2C48}"/>
              </a:ext>
            </a:extLst>
          </p:cNvPr>
          <p:cNvSpPr>
            <a:spLocks noGrp="1"/>
          </p:cNvSpPr>
          <p:nvPr>
            <p:ph sz="quarter" idx="15" hasCustomPrompt="1"/>
          </p:nvPr>
        </p:nvSpPr>
        <p:spPr>
          <a:xfrm>
            <a:off x="457200" y="431800"/>
            <a:ext cx="5937250" cy="198438"/>
          </a:xfrm>
        </p:spPr>
        <p:txBody>
          <a:bodyPr>
            <a:noAutofit/>
          </a:bodyPr>
          <a:lstStyle>
            <a:lvl1pPr marL="0" indent="0">
              <a:buNone/>
              <a:defRPr lang="en-US" sz="1100" b="1" kern="1200" spc="200" baseline="0" dirty="0">
                <a:solidFill>
                  <a:schemeClr val="tx1"/>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dirty="0"/>
              <a:t>CLICK TO ADD EYEBROW</a:t>
            </a:r>
          </a:p>
        </p:txBody>
      </p:sp>
      <p:sp>
        <p:nvSpPr>
          <p:cNvPr id="4" name="Footer Placeholder 10">
            <a:extLst>
              <a:ext uri="{FF2B5EF4-FFF2-40B4-BE49-F238E27FC236}">
                <a16:creationId xmlns:a16="http://schemas.microsoft.com/office/drawing/2014/main" id="{9D3F7C6D-D349-458D-A76F-C40DAFB994B1}"/>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42483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6AAA353B-4225-4925-A76E-613DABA5B5E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40620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No code ba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3615A8-327B-4608-AE56-D78B4340B2E0}"/>
              </a:ext>
            </a:extLst>
          </p:cNvPr>
          <p:cNvSpPr/>
          <p:nvPr userDrawn="1"/>
        </p:nvSpPr>
        <p:spPr>
          <a:xfrm>
            <a:off x="0" y="0"/>
            <a:ext cx="12192000" cy="396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 name="Footer Placeholder 10">
            <a:extLst>
              <a:ext uri="{FF2B5EF4-FFF2-40B4-BE49-F238E27FC236}">
                <a16:creationId xmlns:a16="http://schemas.microsoft.com/office/drawing/2014/main" id="{C5F49995-AC59-4648-909B-EEE86EF0D18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
        <p:nvSpPr>
          <p:cNvPr id="4" name="TextBox 3">
            <a:extLst>
              <a:ext uri="{FF2B5EF4-FFF2-40B4-BE49-F238E27FC236}">
                <a16:creationId xmlns:a16="http://schemas.microsoft.com/office/drawing/2014/main" id="{E202185D-3B82-7347-81EC-4860B2DEC276}"/>
              </a:ext>
            </a:extLst>
          </p:cNvPr>
          <p:cNvSpPr txBox="1"/>
          <p:nvPr userDrawn="1"/>
        </p:nvSpPr>
        <p:spPr>
          <a:xfrm>
            <a:off x="834887" y="6500191"/>
            <a:ext cx="0" cy="0"/>
          </a:xfrm>
          <a:prstGeom prst="rect">
            <a:avLst/>
          </a:prstGeom>
          <a:noFill/>
        </p:spPr>
        <p:txBody>
          <a:bodyPr wrap="none" lIns="0" tIns="45720" rIns="0" bIns="0" rtlCol="0">
            <a:noAutofit/>
          </a:bodyPr>
          <a:lstStyle/>
          <a:p>
            <a:pPr algn="l">
              <a:lnSpc>
                <a:spcPct val="114000"/>
              </a:lnSpc>
              <a:spcBef>
                <a:spcPts val="300"/>
              </a:spcBef>
              <a:spcAft>
                <a:spcPts val="300"/>
              </a:spcAft>
            </a:pPr>
            <a:endParaRPr lang="en-US" sz="1600" kern="100" dirty="0">
              <a:latin typeface="+mj-lt"/>
            </a:endParaRPr>
          </a:p>
        </p:txBody>
      </p:sp>
    </p:spTree>
    <p:extLst>
      <p:ext uri="{BB962C8B-B14F-4D97-AF65-F5344CB8AC3E}">
        <p14:creationId xmlns:p14="http://schemas.microsoft.com/office/powerpoint/2010/main" val="234688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header: Deep Lake">
    <p:bg>
      <p:bgPr>
        <a:solidFill>
          <a:srgbClr val="00446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rgbClr val="FEFEFE"/>
                </a:solidFill>
              </a:defRPr>
            </a:lvl1pPr>
          </a:lstStyle>
          <a:p>
            <a:r>
              <a:rPr lang="en-US"/>
              <a:t>Click to edit Master title style</a:t>
            </a:r>
            <a:endParaRPr lang="en-US" dirty="0"/>
          </a:p>
        </p:txBody>
      </p:sp>
      <p:grpSp>
        <p:nvGrpSpPr>
          <p:cNvPr id="17" name="Group 22">
            <a:extLst>
              <a:ext uri="{FF2B5EF4-FFF2-40B4-BE49-F238E27FC236}">
                <a16:creationId xmlns:a16="http://schemas.microsoft.com/office/drawing/2014/main" id="{E81C2FB5-A4C5-47F5-8604-A8693D6F2F76}"/>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8" name="Freeform 24">
              <a:extLst>
                <a:ext uri="{FF2B5EF4-FFF2-40B4-BE49-F238E27FC236}">
                  <a16:creationId xmlns:a16="http://schemas.microsoft.com/office/drawing/2014/main" id="{B62E0890-58BF-4B2C-856B-D6D2E94F696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9" name="Freeform 25">
              <a:extLst>
                <a:ext uri="{FF2B5EF4-FFF2-40B4-BE49-F238E27FC236}">
                  <a16:creationId xmlns:a16="http://schemas.microsoft.com/office/drawing/2014/main" id="{5F0ECFCF-334C-4E4C-A25A-7E52C759FC3F}"/>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0" name="Freeform 26">
              <a:extLst>
                <a:ext uri="{FF2B5EF4-FFF2-40B4-BE49-F238E27FC236}">
                  <a16:creationId xmlns:a16="http://schemas.microsoft.com/office/drawing/2014/main" id="{E82DE2C4-EC6C-4CC8-A8E0-096130653314}"/>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1" name="Freeform 27">
              <a:extLst>
                <a:ext uri="{FF2B5EF4-FFF2-40B4-BE49-F238E27FC236}">
                  <a16:creationId xmlns:a16="http://schemas.microsoft.com/office/drawing/2014/main" id="{A66506BB-0716-4E34-AB30-0A9F59D625F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13" name="TextBox 12">
            <a:extLst>
              <a:ext uri="{FF2B5EF4-FFF2-40B4-BE49-F238E27FC236}">
                <a16:creationId xmlns:a16="http://schemas.microsoft.com/office/drawing/2014/main" id="{BB94E39D-02B5-4EE4-99B9-C0D2231E9DEE}"/>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14" name="TextBox 13">
            <a:extLst>
              <a:ext uri="{FF2B5EF4-FFF2-40B4-BE49-F238E27FC236}">
                <a16:creationId xmlns:a16="http://schemas.microsoft.com/office/drawing/2014/main" id="{08AF54EF-48EB-445A-AE3B-5B7414B46184}"/>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7C385086-52B0-461C-9B1A-801101060D41}"/>
              </a:ext>
            </a:extLst>
          </p:cNvPr>
          <p:cNvGrpSpPr/>
          <p:nvPr userDrawn="1"/>
        </p:nvGrpSpPr>
        <p:grpSpPr>
          <a:xfrm>
            <a:off x="0" y="0"/>
            <a:ext cx="12192000" cy="91440"/>
            <a:chOff x="0" y="6766560"/>
            <a:chExt cx="12192000" cy="91440"/>
          </a:xfrm>
        </p:grpSpPr>
        <p:sp>
          <p:nvSpPr>
            <p:cNvPr id="23" name="Rectangle 22">
              <a:extLst>
                <a:ext uri="{FF2B5EF4-FFF2-40B4-BE49-F238E27FC236}">
                  <a16:creationId xmlns:a16="http://schemas.microsoft.com/office/drawing/2014/main" id="{F3FAA5F1-3BE8-4532-9AB2-5F11531934F8}"/>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0" name="Rectangle 29">
              <a:extLst>
                <a:ext uri="{FF2B5EF4-FFF2-40B4-BE49-F238E27FC236}">
                  <a16:creationId xmlns:a16="http://schemas.microsoft.com/office/drawing/2014/main" id="{B896AB4F-981C-42CD-AB72-56C656298E7C}"/>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1" name="Rectangle 30">
              <a:extLst>
                <a:ext uri="{FF2B5EF4-FFF2-40B4-BE49-F238E27FC236}">
                  <a16:creationId xmlns:a16="http://schemas.microsoft.com/office/drawing/2014/main" id="{41E1ED31-FE14-438B-A0AE-0D18387D7887}"/>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2" name="Rectangle 31">
              <a:extLst>
                <a:ext uri="{FF2B5EF4-FFF2-40B4-BE49-F238E27FC236}">
                  <a16:creationId xmlns:a16="http://schemas.microsoft.com/office/drawing/2014/main" id="{FE3C3EE6-28AE-4250-A1B9-C162452BE654}"/>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3" name="Rectangle 32">
              <a:extLst>
                <a:ext uri="{FF2B5EF4-FFF2-40B4-BE49-F238E27FC236}">
                  <a16:creationId xmlns:a16="http://schemas.microsoft.com/office/drawing/2014/main" id="{3D80837F-9490-4F17-AC5A-000B9FAF4752}"/>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
        <p:nvSpPr>
          <p:cNvPr id="16" name="Footer Placeholder 10">
            <a:extLst>
              <a:ext uri="{FF2B5EF4-FFF2-40B4-BE49-F238E27FC236}">
                <a16:creationId xmlns:a16="http://schemas.microsoft.com/office/drawing/2014/main" id="{96956657-EE8F-4A18-94D4-7EE489264C8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359572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subhead: Deep Lake">
    <p:bg>
      <p:bgPr>
        <a:solidFill>
          <a:srgbClr val="00446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rgbClr val="FEFEFE"/>
                </a:solidFill>
              </a:defRPr>
            </a:lvl1pPr>
          </a:lstStyle>
          <a:p>
            <a:r>
              <a:rPr lang="en-US"/>
              <a:t>Click to edit Master title style</a:t>
            </a:r>
            <a:endParaRPr lang="en-US" dirty="0"/>
          </a:p>
        </p:txBody>
      </p:sp>
      <p:grpSp>
        <p:nvGrpSpPr>
          <p:cNvPr id="17" name="Group 22">
            <a:extLst>
              <a:ext uri="{FF2B5EF4-FFF2-40B4-BE49-F238E27FC236}">
                <a16:creationId xmlns:a16="http://schemas.microsoft.com/office/drawing/2014/main" id="{E81C2FB5-A4C5-47F5-8604-A8693D6F2F76}"/>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8" name="Freeform 24">
              <a:extLst>
                <a:ext uri="{FF2B5EF4-FFF2-40B4-BE49-F238E27FC236}">
                  <a16:creationId xmlns:a16="http://schemas.microsoft.com/office/drawing/2014/main" id="{B62E0890-58BF-4B2C-856B-D6D2E94F696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9" name="Freeform 25">
              <a:extLst>
                <a:ext uri="{FF2B5EF4-FFF2-40B4-BE49-F238E27FC236}">
                  <a16:creationId xmlns:a16="http://schemas.microsoft.com/office/drawing/2014/main" id="{5F0ECFCF-334C-4E4C-A25A-7E52C759FC3F}"/>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0" name="Freeform 26">
              <a:extLst>
                <a:ext uri="{FF2B5EF4-FFF2-40B4-BE49-F238E27FC236}">
                  <a16:creationId xmlns:a16="http://schemas.microsoft.com/office/drawing/2014/main" id="{E82DE2C4-EC6C-4CC8-A8E0-096130653314}"/>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1" name="Freeform 27">
              <a:extLst>
                <a:ext uri="{FF2B5EF4-FFF2-40B4-BE49-F238E27FC236}">
                  <a16:creationId xmlns:a16="http://schemas.microsoft.com/office/drawing/2014/main" id="{A66506BB-0716-4E34-AB30-0A9F59D625F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13" name="Text Placeholder 2">
            <a:extLst>
              <a:ext uri="{FF2B5EF4-FFF2-40B4-BE49-F238E27FC236}">
                <a16:creationId xmlns:a16="http://schemas.microsoft.com/office/drawing/2014/main" id="{67E08A2D-0DB6-4F18-9655-DEE6026EA71B}"/>
              </a:ext>
            </a:extLst>
          </p:cNvPr>
          <p:cNvSpPr>
            <a:spLocks noGrp="1"/>
          </p:cNvSpPr>
          <p:nvPr userDrawn="1">
            <p:ph type="body" idx="1"/>
          </p:nvPr>
        </p:nvSpPr>
        <p:spPr bwMode="black">
          <a:xfrm>
            <a:off x="495952" y="3762096"/>
            <a:ext cx="7453993" cy="2561627"/>
          </a:xfrm>
          <a:prstGeom prst="rect">
            <a:avLst/>
          </a:prstGeom>
        </p:spPr>
        <p:txBody>
          <a:bodyPr>
            <a:normAutofit/>
          </a:bodyPr>
          <a:lstStyle>
            <a:lvl1pPr marL="0" indent="0">
              <a:buNone/>
              <a:defRPr sz="1800" spc="0" baseline="0">
                <a:solidFill>
                  <a:srgbClr val="FEFEF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Box 13">
            <a:extLst>
              <a:ext uri="{FF2B5EF4-FFF2-40B4-BE49-F238E27FC236}">
                <a16:creationId xmlns:a16="http://schemas.microsoft.com/office/drawing/2014/main" id="{9D442B8F-29FB-40FC-8478-EFAB2A2B7B8F}"/>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16" name="TextBox 15">
            <a:extLst>
              <a:ext uri="{FF2B5EF4-FFF2-40B4-BE49-F238E27FC236}">
                <a16:creationId xmlns:a16="http://schemas.microsoft.com/office/drawing/2014/main" id="{1B4E7775-1037-4552-B402-0A56E85EEF4A}"/>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DDB14591-B618-4FBB-BDE8-3B61540817CD}"/>
              </a:ext>
            </a:extLst>
          </p:cNvPr>
          <p:cNvGrpSpPr/>
          <p:nvPr userDrawn="1"/>
        </p:nvGrpSpPr>
        <p:grpSpPr>
          <a:xfrm>
            <a:off x="0" y="0"/>
            <a:ext cx="12192000" cy="91440"/>
            <a:chOff x="0" y="6766560"/>
            <a:chExt cx="12192000" cy="91440"/>
          </a:xfrm>
        </p:grpSpPr>
        <p:sp>
          <p:nvSpPr>
            <p:cNvPr id="23" name="Rectangle 22">
              <a:extLst>
                <a:ext uri="{FF2B5EF4-FFF2-40B4-BE49-F238E27FC236}">
                  <a16:creationId xmlns:a16="http://schemas.microsoft.com/office/drawing/2014/main" id="{B8D73356-48D8-4E4B-90CF-5DC74ADBFE43}"/>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4" name="Rectangle 23">
              <a:extLst>
                <a:ext uri="{FF2B5EF4-FFF2-40B4-BE49-F238E27FC236}">
                  <a16:creationId xmlns:a16="http://schemas.microsoft.com/office/drawing/2014/main" id="{CD0FFC57-DE8E-4345-910F-80B40B218C22}"/>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5" name="Rectangle 24">
              <a:extLst>
                <a:ext uri="{FF2B5EF4-FFF2-40B4-BE49-F238E27FC236}">
                  <a16:creationId xmlns:a16="http://schemas.microsoft.com/office/drawing/2014/main" id="{F0A6C5CE-626B-4A3F-93CA-25F91910FAF2}"/>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2" name="Rectangle 31">
              <a:extLst>
                <a:ext uri="{FF2B5EF4-FFF2-40B4-BE49-F238E27FC236}">
                  <a16:creationId xmlns:a16="http://schemas.microsoft.com/office/drawing/2014/main" id="{D9098298-CD7C-42C1-A93E-76594A2FC1B2}"/>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3" name="Rectangle 32">
              <a:extLst>
                <a:ext uri="{FF2B5EF4-FFF2-40B4-BE49-F238E27FC236}">
                  <a16:creationId xmlns:a16="http://schemas.microsoft.com/office/drawing/2014/main" id="{3E5CA597-D598-4588-8DDE-8C81E44C6946}"/>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
        <p:nvSpPr>
          <p:cNvPr id="26" name="Footer Placeholder 10">
            <a:extLst>
              <a:ext uri="{FF2B5EF4-FFF2-40B4-BE49-F238E27FC236}">
                <a16:creationId xmlns:a16="http://schemas.microsoft.com/office/drawing/2014/main" id="{9DC4898F-D35A-4AB0-827D-5C13E453414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28808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Section header: Deep Lak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rgbClr val="FEFEFE"/>
                </a:solidFill>
              </a:defRPr>
            </a:lvl1pPr>
          </a:lstStyle>
          <a:p>
            <a:r>
              <a:rPr lang="en-US"/>
              <a:t>Click to edit Master title style</a:t>
            </a:r>
            <a:endParaRPr lang="en-US" dirty="0"/>
          </a:p>
        </p:txBody>
      </p:sp>
      <p:grpSp>
        <p:nvGrpSpPr>
          <p:cNvPr id="17" name="Group 22">
            <a:extLst>
              <a:ext uri="{FF2B5EF4-FFF2-40B4-BE49-F238E27FC236}">
                <a16:creationId xmlns:a16="http://schemas.microsoft.com/office/drawing/2014/main" id="{E81C2FB5-A4C5-47F5-8604-A8693D6F2F76}"/>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8" name="Freeform 24">
              <a:extLst>
                <a:ext uri="{FF2B5EF4-FFF2-40B4-BE49-F238E27FC236}">
                  <a16:creationId xmlns:a16="http://schemas.microsoft.com/office/drawing/2014/main" id="{B62E0890-58BF-4B2C-856B-D6D2E94F696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9" name="Freeform 25">
              <a:extLst>
                <a:ext uri="{FF2B5EF4-FFF2-40B4-BE49-F238E27FC236}">
                  <a16:creationId xmlns:a16="http://schemas.microsoft.com/office/drawing/2014/main" id="{5F0ECFCF-334C-4E4C-A25A-7E52C759FC3F}"/>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0" name="Freeform 26">
              <a:extLst>
                <a:ext uri="{FF2B5EF4-FFF2-40B4-BE49-F238E27FC236}">
                  <a16:creationId xmlns:a16="http://schemas.microsoft.com/office/drawing/2014/main" id="{E82DE2C4-EC6C-4CC8-A8E0-096130653314}"/>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1" name="Freeform 27">
              <a:extLst>
                <a:ext uri="{FF2B5EF4-FFF2-40B4-BE49-F238E27FC236}">
                  <a16:creationId xmlns:a16="http://schemas.microsoft.com/office/drawing/2014/main" id="{A66506BB-0716-4E34-AB30-0A9F59D625F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13" name="TextBox 12">
            <a:extLst>
              <a:ext uri="{FF2B5EF4-FFF2-40B4-BE49-F238E27FC236}">
                <a16:creationId xmlns:a16="http://schemas.microsoft.com/office/drawing/2014/main" id="{BB94E39D-02B5-4EE4-99B9-C0D2231E9DEE}"/>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14" name="TextBox 13">
            <a:extLst>
              <a:ext uri="{FF2B5EF4-FFF2-40B4-BE49-F238E27FC236}">
                <a16:creationId xmlns:a16="http://schemas.microsoft.com/office/drawing/2014/main" id="{08AF54EF-48EB-445A-AE3B-5B7414B46184}"/>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sp>
        <p:nvSpPr>
          <p:cNvPr id="16" name="Footer Placeholder 10">
            <a:extLst>
              <a:ext uri="{FF2B5EF4-FFF2-40B4-BE49-F238E27FC236}">
                <a16:creationId xmlns:a16="http://schemas.microsoft.com/office/drawing/2014/main" id="{96956657-EE8F-4A18-94D4-7EE489264C8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grpSp>
        <p:nvGrpSpPr>
          <p:cNvPr id="24" name="Group 23">
            <a:extLst>
              <a:ext uri="{FF2B5EF4-FFF2-40B4-BE49-F238E27FC236}">
                <a16:creationId xmlns:a16="http://schemas.microsoft.com/office/drawing/2014/main" id="{BD0D751F-A927-0A49-A708-5B7576637007}"/>
              </a:ext>
            </a:extLst>
          </p:cNvPr>
          <p:cNvGrpSpPr/>
          <p:nvPr userDrawn="1"/>
        </p:nvGrpSpPr>
        <p:grpSpPr>
          <a:xfrm>
            <a:off x="0" y="0"/>
            <a:ext cx="12192000" cy="91440"/>
            <a:chOff x="0" y="6766560"/>
            <a:chExt cx="12192000" cy="91440"/>
          </a:xfrm>
        </p:grpSpPr>
        <p:sp>
          <p:nvSpPr>
            <p:cNvPr id="25" name="Rectangle 24">
              <a:extLst>
                <a:ext uri="{FF2B5EF4-FFF2-40B4-BE49-F238E27FC236}">
                  <a16:creationId xmlns:a16="http://schemas.microsoft.com/office/drawing/2014/main" id="{273F3204-0C60-264C-B79A-45D5479E2877}"/>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6" name="Rectangle 25">
              <a:extLst>
                <a:ext uri="{FF2B5EF4-FFF2-40B4-BE49-F238E27FC236}">
                  <a16:creationId xmlns:a16="http://schemas.microsoft.com/office/drawing/2014/main" id="{1BB6C99F-6C3B-944E-A6D5-E8D10D5BFBF7}"/>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7" name="Rectangle 26">
              <a:extLst>
                <a:ext uri="{FF2B5EF4-FFF2-40B4-BE49-F238E27FC236}">
                  <a16:creationId xmlns:a16="http://schemas.microsoft.com/office/drawing/2014/main" id="{6DE041BC-5154-724B-9A81-31BB44D20E37}"/>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8" name="Rectangle 27">
              <a:extLst>
                <a:ext uri="{FF2B5EF4-FFF2-40B4-BE49-F238E27FC236}">
                  <a16:creationId xmlns:a16="http://schemas.microsoft.com/office/drawing/2014/main" id="{3696A6AC-5261-364B-8FBA-75788FD2F312}"/>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9" name="Rectangle 28">
              <a:extLst>
                <a:ext uri="{FF2B5EF4-FFF2-40B4-BE49-F238E27FC236}">
                  <a16:creationId xmlns:a16="http://schemas.microsoft.com/office/drawing/2014/main" id="{55BE3176-F01C-8744-8E98-E9A4650C012A}"/>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Tree>
    <p:extLst>
      <p:ext uri="{BB962C8B-B14F-4D97-AF65-F5344CB8AC3E}">
        <p14:creationId xmlns:p14="http://schemas.microsoft.com/office/powerpoint/2010/main" val="3600467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Section header with subhead: Deep Lak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rgbClr val="FEFEFE"/>
                </a:solidFill>
              </a:defRPr>
            </a:lvl1pPr>
          </a:lstStyle>
          <a:p>
            <a:r>
              <a:rPr lang="en-US"/>
              <a:t>Click to edit Master title style</a:t>
            </a:r>
            <a:endParaRPr lang="en-US" dirty="0"/>
          </a:p>
        </p:txBody>
      </p:sp>
      <p:grpSp>
        <p:nvGrpSpPr>
          <p:cNvPr id="17" name="Group 22">
            <a:extLst>
              <a:ext uri="{FF2B5EF4-FFF2-40B4-BE49-F238E27FC236}">
                <a16:creationId xmlns:a16="http://schemas.microsoft.com/office/drawing/2014/main" id="{E81C2FB5-A4C5-47F5-8604-A8693D6F2F76}"/>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8" name="Freeform 24">
              <a:extLst>
                <a:ext uri="{FF2B5EF4-FFF2-40B4-BE49-F238E27FC236}">
                  <a16:creationId xmlns:a16="http://schemas.microsoft.com/office/drawing/2014/main" id="{B62E0890-58BF-4B2C-856B-D6D2E94F696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9" name="Freeform 25">
              <a:extLst>
                <a:ext uri="{FF2B5EF4-FFF2-40B4-BE49-F238E27FC236}">
                  <a16:creationId xmlns:a16="http://schemas.microsoft.com/office/drawing/2014/main" id="{5F0ECFCF-334C-4E4C-A25A-7E52C759FC3F}"/>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0" name="Freeform 26">
              <a:extLst>
                <a:ext uri="{FF2B5EF4-FFF2-40B4-BE49-F238E27FC236}">
                  <a16:creationId xmlns:a16="http://schemas.microsoft.com/office/drawing/2014/main" id="{E82DE2C4-EC6C-4CC8-A8E0-096130653314}"/>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1" name="Freeform 27">
              <a:extLst>
                <a:ext uri="{FF2B5EF4-FFF2-40B4-BE49-F238E27FC236}">
                  <a16:creationId xmlns:a16="http://schemas.microsoft.com/office/drawing/2014/main" id="{A66506BB-0716-4E34-AB30-0A9F59D625F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13" name="Text Placeholder 2">
            <a:extLst>
              <a:ext uri="{FF2B5EF4-FFF2-40B4-BE49-F238E27FC236}">
                <a16:creationId xmlns:a16="http://schemas.microsoft.com/office/drawing/2014/main" id="{67E08A2D-0DB6-4F18-9655-DEE6026EA71B}"/>
              </a:ext>
            </a:extLst>
          </p:cNvPr>
          <p:cNvSpPr>
            <a:spLocks noGrp="1"/>
          </p:cNvSpPr>
          <p:nvPr userDrawn="1">
            <p:ph type="body" idx="1"/>
          </p:nvPr>
        </p:nvSpPr>
        <p:spPr bwMode="black">
          <a:xfrm>
            <a:off x="495952" y="3762096"/>
            <a:ext cx="7453993" cy="2561627"/>
          </a:xfrm>
          <a:prstGeom prst="rect">
            <a:avLst/>
          </a:prstGeom>
        </p:spPr>
        <p:txBody>
          <a:bodyPr>
            <a:normAutofit/>
          </a:bodyPr>
          <a:lstStyle>
            <a:lvl1pPr marL="0" indent="0">
              <a:buNone/>
              <a:defRPr sz="1800" spc="0" baseline="0">
                <a:solidFill>
                  <a:srgbClr val="FEFEF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Box 13">
            <a:extLst>
              <a:ext uri="{FF2B5EF4-FFF2-40B4-BE49-F238E27FC236}">
                <a16:creationId xmlns:a16="http://schemas.microsoft.com/office/drawing/2014/main" id="{9D442B8F-29FB-40FC-8478-EFAB2A2B7B8F}"/>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16" name="TextBox 15">
            <a:extLst>
              <a:ext uri="{FF2B5EF4-FFF2-40B4-BE49-F238E27FC236}">
                <a16:creationId xmlns:a16="http://schemas.microsoft.com/office/drawing/2014/main" id="{1B4E7775-1037-4552-B402-0A56E85EEF4A}"/>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sp>
        <p:nvSpPr>
          <p:cNvPr id="26" name="Footer Placeholder 10">
            <a:extLst>
              <a:ext uri="{FF2B5EF4-FFF2-40B4-BE49-F238E27FC236}">
                <a16:creationId xmlns:a16="http://schemas.microsoft.com/office/drawing/2014/main" id="{9DC4898F-D35A-4AB0-827D-5C13E453414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grpSp>
        <p:nvGrpSpPr>
          <p:cNvPr id="27" name="Group 26">
            <a:extLst>
              <a:ext uri="{FF2B5EF4-FFF2-40B4-BE49-F238E27FC236}">
                <a16:creationId xmlns:a16="http://schemas.microsoft.com/office/drawing/2014/main" id="{14055D79-8A20-7D48-B9A5-13D94A27B088}"/>
              </a:ext>
            </a:extLst>
          </p:cNvPr>
          <p:cNvGrpSpPr/>
          <p:nvPr userDrawn="1"/>
        </p:nvGrpSpPr>
        <p:grpSpPr>
          <a:xfrm>
            <a:off x="0" y="0"/>
            <a:ext cx="12192000" cy="91440"/>
            <a:chOff x="0" y="6766560"/>
            <a:chExt cx="12192000" cy="91440"/>
          </a:xfrm>
        </p:grpSpPr>
        <p:sp>
          <p:nvSpPr>
            <p:cNvPr id="28" name="Rectangle 27">
              <a:extLst>
                <a:ext uri="{FF2B5EF4-FFF2-40B4-BE49-F238E27FC236}">
                  <a16:creationId xmlns:a16="http://schemas.microsoft.com/office/drawing/2014/main" id="{1F10D67F-F160-2C48-B8BA-777990BBCE78}"/>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9" name="Rectangle 28">
              <a:extLst>
                <a:ext uri="{FF2B5EF4-FFF2-40B4-BE49-F238E27FC236}">
                  <a16:creationId xmlns:a16="http://schemas.microsoft.com/office/drawing/2014/main" id="{7A9319F3-EF05-0447-ACBA-047CD85755AB}"/>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0" name="Rectangle 29">
              <a:extLst>
                <a:ext uri="{FF2B5EF4-FFF2-40B4-BE49-F238E27FC236}">
                  <a16:creationId xmlns:a16="http://schemas.microsoft.com/office/drawing/2014/main" id="{155EDD27-DD33-734A-813F-F30CF0A2557B}"/>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1" name="Rectangle 30">
              <a:extLst>
                <a:ext uri="{FF2B5EF4-FFF2-40B4-BE49-F238E27FC236}">
                  <a16:creationId xmlns:a16="http://schemas.microsoft.com/office/drawing/2014/main" id="{E69BC330-F4A3-464C-9ADB-77AE238FEC51}"/>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4" name="Rectangle 33">
              <a:extLst>
                <a:ext uri="{FF2B5EF4-FFF2-40B4-BE49-F238E27FC236}">
                  <a16:creationId xmlns:a16="http://schemas.microsoft.com/office/drawing/2014/main" id="{E095533F-80E0-A647-9DD5-A03D6D65CAE3}"/>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Tree>
    <p:extLst>
      <p:ext uri="{BB962C8B-B14F-4D97-AF65-F5344CB8AC3E}">
        <p14:creationId xmlns:p14="http://schemas.microsoft.com/office/powerpoint/2010/main" val="297643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ig statement: Pine">
    <p:bg>
      <p:bgPr>
        <a:solidFill>
          <a:srgbClr val="1C6333"/>
        </a:solidFill>
        <a:effectLst/>
      </p:bgPr>
    </p:bg>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1543B27-30F5-49F3-A344-80EEF4BE7A1D}"/>
              </a:ext>
            </a:extLst>
          </p:cNvPr>
          <p:cNvSpPr>
            <a:spLocks noGrp="1"/>
          </p:cNvSpPr>
          <p:nvPr>
            <p:ph idx="1"/>
          </p:nvPr>
        </p:nvSpPr>
        <p:spPr bwMode="black">
          <a:xfrm>
            <a:off x="457199" y="457200"/>
            <a:ext cx="11273866" cy="5787813"/>
          </a:xfrm>
          <a:prstGeom prst="rect">
            <a:avLst/>
          </a:prstGeom>
        </p:spPr>
        <p:txBody>
          <a:bodyPr anchor="ctr">
            <a:normAutofit/>
          </a:bodyPr>
          <a:lstStyle>
            <a:lvl1pPr marL="0" indent="0" algn="ctr" defTabSz="914400" rtl="0" eaLnBrk="1" latinLnBrk="0" hangingPunct="1">
              <a:lnSpc>
                <a:spcPct val="120000"/>
              </a:lnSpc>
              <a:spcBef>
                <a:spcPts val="2400"/>
              </a:spcBef>
              <a:spcAft>
                <a:spcPts val="600"/>
              </a:spcAft>
              <a:buFont typeface="Arial" panose="020B0604020202020204" pitchFamily="34" charset="0"/>
              <a:buChar char="​"/>
              <a:defRPr lang="en-US" sz="4000" b="1" kern="100" spc="-100" baseline="0" dirty="0">
                <a:solidFill>
                  <a:schemeClr val="bg1"/>
                </a:solidFill>
                <a:latin typeface="Arial" panose="020B0604020202020204" pitchFamily="34" charset="0"/>
                <a:ea typeface="+mn-ea"/>
                <a:cs typeface="Arial" panose="020B0604020202020204" pitchFamily="34" charset="0"/>
              </a:defRPr>
            </a:lvl1pPr>
            <a:lvl2pPr marL="0" indent="0" algn="ctr">
              <a:lnSpc>
                <a:spcPct val="85000"/>
              </a:lnSpc>
              <a:spcBef>
                <a:spcPts val="1200"/>
              </a:spcBef>
              <a:buFont typeface="Arial" panose="020B0604020202020204" pitchFamily="34" charset="0"/>
              <a:buNone/>
              <a:defRPr lang="en-US" sz="1800" b="1" kern="100" cap="none" spc="-20" baseline="0" dirty="0">
                <a:solidFill>
                  <a:schemeClr val="bg1"/>
                </a:solidFill>
                <a:latin typeface="Arial" panose="020B0604020202020204" pitchFamily="34" charset="0"/>
                <a:ea typeface="+mn-ea"/>
                <a:cs typeface="Arial" panose="020B0604020202020204" pitchFamily="34" charset="0"/>
              </a:defRPr>
            </a:lvl2pPr>
            <a:lvl3pPr marL="0" indent="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3pPr>
            <a:lvl4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4pPr>
            <a:lvl5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5pPr>
            <a:lvl6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6pPr>
            <a:lvl7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7pPr>
            <a:lvl8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8pPr>
            <a:lvl9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9pPr>
          </a:lstStyle>
          <a:p>
            <a:pPr lvl="0"/>
            <a:r>
              <a:rPr lang="en-US"/>
              <a:t>Click to edit Master text styles</a:t>
            </a:r>
          </a:p>
        </p:txBody>
      </p:sp>
      <p:grpSp>
        <p:nvGrpSpPr>
          <p:cNvPr id="11" name="Group 22">
            <a:extLst>
              <a:ext uri="{FF2B5EF4-FFF2-40B4-BE49-F238E27FC236}">
                <a16:creationId xmlns:a16="http://schemas.microsoft.com/office/drawing/2014/main" id="{1878E37C-3C29-44E8-B49D-D2652F4B7D3E}"/>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2" name="Freeform 24">
              <a:extLst>
                <a:ext uri="{FF2B5EF4-FFF2-40B4-BE49-F238E27FC236}">
                  <a16:creationId xmlns:a16="http://schemas.microsoft.com/office/drawing/2014/main" id="{618EA69F-F932-45A1-AAC9-A354486380B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3" name="Freeform 25">
              <a:extLst>
                <a:ext uri="{FF2B5EF4-FFF2-40B4-BE49-F238E27FC236}">
                  <a16:creationId xmlns:a16="http://schemas.microsoft.com/office/drawing/2014/main" id="{B172FB41-6BDA-443B-9F1F-EBAC0E0C6744}"/>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5" name="Freeform 26">
              <a:extLst>
                <a:ext uri="{FF2B5EF4-FFF2-40B4-BE49-F238E27FC236}">
                  <a16:creationId xmlns:a16="http://schemas.microsoft.com/office/drawing/2014/main" id="{695CFDED-0DF1-47F8-8C6E-7EA227831958}"/>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6" name="Freeform 27">
              <a:extLst>
                <a:ext uri="{FF2B5EF4-FFF2-40B4-BE49-F238E27FC236}">
                  <a16:creationId xmlns:a16="http://schemas.microsoft.com/office/drawing/2014/main" id="{12B3B080-DD61-4C84-B31B-15398FE21F48}"/>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23" name="TextBox 22">
            <a:extLst>
              <a:ext uri="{FF2B5EF4-FFF2-40B4-BE49-F238E27FC236}">
                <a16:creationId xmlns:a16="http://schemas.microsoft.com/office/drawing/2014/main" id="{BD978A3C-C378-42CB-93DD-CF42E8327268}"/>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24" name="TextBox 23">
            <a:extLst>
              <a:ext uri="{FF2B5EF4-FFF2-40B4-BE49-F238E27FC236}">
                <a16:creationId xmlns:a16="http://schemas.microsoft.com/office/drawing/2014/main" id="{846261E6-6555-4DF8-87DB-88B7F92D7C71}"/>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F2EEF0C6-50AB-4F14-9298-43988E1B94EC}"/>
              </a:ext>
            </a:extLst>
          </p:cNvPr>
          <p:cNvGrpSpPr/>
          <p:nvPr userDrawn="1"/>
        </p:nvGrpSpPr>
        <p:grpSpPr>
          <a:xfrm>
            <a:off x="0" y="0"/>
            <a:ext cx="12192000" cy="91440"/>
            <a:chOff x="0" y="6766560"/>
            <a:chExt cx="12192000" cy="91440"/>
          </a:xfrm>
        </p:grpSpPr>
        <p:sp>
          <p:nvSpPr>
            <p:cNvPr id="26" name="Rectangle 25">
              <a:extLst>
                <a:ext uri="{FF2B5EF4-FFF2-40B4-BE49-F238E27FC236}">
                  <a16:creationId xmlns:a16="http://schemas.microsoft.com/office/drawing/2014/main" id="{A9ACFFD0-9F46-49D2-A642-5A31E2F0B292}"/>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7" name="Rectangle 26">
              <a:extLst>
                <a:ext uri="{FF2B5EF4-FFF2-40B4-BE49-F238E27FC236}">
                  <a16:creationId xmlns:a16="http://schemas.microsoft.com/office/drawing/2014/main" id="{EB457352-4292-4827-8067-7795621350A3}"/>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8" name="Rectangle 27">
              <a:extLst>
                <a:ext uri="{FF2B5EF4-FFF2-40B4-BE49-F238E27FC236}">
                  <a16:creationId xmlns:a16="http://schemas.microsoft.com/office/drawing/2014/main" id="{55F2E071-A719-41E1-A8A4-0FFBC981E24C}"/>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9" name="Rectangle 28">
              <a:extLst>
                <a:ext uri="{FF2B5EF4-FFF2-40B4-BE49-F238E27FC236}">
                  <a16:creationId xmlns:a16="http://schemas.microsoft.com/office/drawing/2014/main" id="{1086EE48-ECAD-4C11-9F02-82F9EA7C2A0C}"/>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0" name="Rectangle 29">
              <a:extLst>
                <a:ext uri="{FF2B5EF4-FFF2-40B4-BE49-F238E27FC236}">
                  <a16:creationId xmlns:a16="http://schemas.microsoft.com/office/drawing/2014/main" id="{7C1B5E29-685E-4C1F-9590-815CBA348DBE}"/>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
        <p:nvSpPr>
          <p:cNvPr id="17" name="Footer Placeholder 10">
            <a:extLst>
              <a:ext uri="{FF2B5EF4-FFF2-40B4-BE49-F238E27FC236}">
                <a16:creationId xmlns:a16="http://schemas.microsoft.com/office/drawing/2014/main" id="{ED7CF872-DA1B-4180-9987-CF46F16ABE9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678704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ig statement: Iris">
    <p:bg>
      <p:bgPr>
        <a:solidFill>
          <a:srgbClr val="00446F"/>
        </a:solidFill>
        <a:effectLst/>
      </p:bgPr>
    </p:bg>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1543B27-30F5-49F3-A344-80EEF4BE7A1D}"/>
              </a:ext>
            </a:extLst>
          </p:cNvPr>
          <p:cNvSpPr>
            <a:spLocks noGrp="1"/>
          </p:cNvSpPr>
          <p:nvPr>
            <p:ph idx="1"/>
          </p:nvPr>
        </p:nvSpPr>
        <p:spPr bwMode="black">
          <a:xfrm>
            <a:off x="456241" y="457200"/>
            <a:ext cx="11273866" cy="5787813"/>
          </a:xfrm>
          <a:prstGeom prst="rect">
            <a:avLst/>
          </a:prstGeom>
        </p:spPr>
        <p:txBody>
          <a:bodyPr anchor="ctr">
            <a:normAutofit/>
          </a:bodyPr>
          <a:lstStyle>
            <a:lvl1pPr marL="0" indent="0" algn="ctr" defTabSz="914400" rtl="0" eaLnBrk="1" latinLnBrk="0" hangingPunct="1">
              <a:lnSpc>
                <a:spcPct val="120000"/>
              </a:lnSpc>
              <a:spcBef>
                <a:spcPts val="2400"/>
              </a:spcBef>
              <a:spcAft>
                <a:spcPts val="600"/>
              </a:spcAft>
              <a:buFont typeface="Arial" panose="020B0604020202020204" pitchFamily="34" charset="0"/>
              <a:buChar char="​"/>
              <a:defRPr lang="en-US" sz="4000" b="1" kern="100" spc="-100" baseline="0" dirty="0">
                <a:solidFill>
                  <a:schemeClr val="bg1"/>
                </a:solidFill>
                <a:latin typeface="Arial" panose="020B0604020202020204" pitchFamily="34" charset="0"/>
                <a:ea typeface="+mn-ea"/>
                <a:cs typeface="Arial" panose="020B0604020202020204" pitchFamily="34" charset="0"/>
              </a:defRPr>
            </a:lvl1pPr>
            <a:lvl2pPr marL="0" indent="0" algn="ctr">
              <a:lnSpc>
                <a:spcPct val="85000"/>
              </a:lnSpc>
              <a:spcBef>
                <a:spcPts val="1200"/>
              </a:spcBef>
              <a:buFont typeface="Arial" panose="020B0604020202020204" pitchFamily="34" charset="0"/>
              <a:buNone/>
              <a:defRPr lang="en-US" sz="1800" b="1" kern="100" cap="none" spc="-20" baseline="0" dirty="0">
                <a:solidFill>
                  <a:schemeClr val="bg1"/>
                </a:solidFill>
                <a:latin typeface="Arial" panose="020B0604020202020204" pitchFamily="34" charset="0"/>
                <a:ea typeface="+mn-ea"/>
                <a:cs typeface="Arial" panose="020B0604020202020204" pitchFamily="34" charset="0"/>
              </a:defRPr>
            </a:lvl2pPr>
            <a:lvl3pPr marL="0" indent="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3pPr>
            <a:lvl4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4pPr>
            <a:lvl5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5pPr>
            <a:lvl6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6pPr>
            <a:lvl7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7pPr>
            <a:lvl8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8pPr>
            <a:lvl9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9pPr>
          </a:lstStyle>
          <a:p>
            <a:pPr lvl="0"/>
            <a:r>
              <a:rPr lang="en-US"/>
              <a:t>Click to edit Master text styles</a:t>
            </a:r>
          </a:p>
        </p:txBody>
      </p:sp>
      <p:grpSp>
        <p:nvGrpSpPr>
          <p:cNvPr id="11" name="Group 22">
            <a:extLst>
              <a:ext uri="{FF2B5EF4-FFF2-40B4-BE49-F238E27FC236}">
                <a16:creationId xmlns:a16="http://schemas.microsoft.com/office/drawing/2014/main" id="{1878E37C-3C29-44E8-B49D-D2652F4B7D3E}"/>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2" name="Freeform 24">
              <a:extLst>
                <a:ext uri="{FF2B5EF4-FFF2-40B4-BE49-F238E27FC236}">
                  <a16:creationId xmlns:a16="http://schemas.microsoft.com/office/drawing/2014/main" id="{618EA69F-F932-45A1-AAC9-A354486380B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3" name="Freeform 25">
              <a:extLst>
                <a:ext uri="{FF2B5EF4-FFF2-40B4-BE49-F238E27FC236}">
                  <a16:creationId xmlns:a16="http://schemas.microsoft.com/office/drawing/2014/main" id="{B172FB41-6BDA-443B-9F1F-EBAC0E0C6744}"/>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5" name="Freeform 26">
              <a:extLst>
                <a:ext uri="{FF2B5EF4-FFF2-40B4-BE49-F238E27FC236}">
                  <a16:creationId xmlns:a16="http://schemas.microsoft.com/office/drawing/2014/main" id="{695CFDED-0DF1-47F8-8C6E-7EA227831958}"/>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6" name="Freeform 27">
              <a:extLst>
                <a:ext uri="{FF2B5EF4-FFF2-40B4-BE49-F238E27FC236}">
                  <a16:creationId xmlns:a16="http://schemas.microsoft.com/office/drawing/2014/main" id="{12B3B080-DD61-4C84-B31B-15398FE21F48}"/>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23" name="TextBox 22">
            <a:extLst>
              <a:ext uri="{FF2B5EF4-FFF2-40B4-BE49-F238E27FC236}">
                <a16:creationId xmlns:a16="http://schemas.microsoft.com/office/drawing/2014/main" id="{9B5040EC-0EE6-4E5D-A5D9-618910B33D16}"/>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24" name="TextBox 23">
            <a:extLst>
              <a:ext uri="{FF2B5EF4-FFF2-40B4-BE49-F238E27FC236}">
                <a16:creationId xmlns:a16="http://schemas.microsoft.com/office/drawing/2014/main" id="{7E219815-3AF8-40BA-A825-ECB2B3C0CB15}"/>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B9572310-3FD0-4A5F-9AC5-75DE72D65BA9}"/>
              </a:ext>
            </a:extLst>
          </p:cNvPr>
          <p:cNvGrpSpPr/>
          <p:nvPr userDrawn="1"/>
        </p:nvGrpSpPr>
        <p:grpSpPr>
          <a:xfrm>
            <a:off x="0" y="0"/>
            <a:ext cx="12192000" cy="91440"/>
            <a:chOff x="0" y="6766560"/>
            <a:chExt cx="12192000" cy="91440"/>
          </a:xfrm>
        </p:grpSpPr>
        <p:sp>
          <p:nvSpPr>
            <p:cNvPr id="26" name="Rectangle 25">
              <a:extLst>
                <a:ext uri="{FF2B5EF4-FFF2-40B4-BE49-F238E27FC236}">
                  <a16:creationId xmlns:a16="http://schemas.microsoft.com/office/drawing/2014/main" id="{4F8B28CA-4B48-4B39-83DF-A9BC1C4E1880}"/>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7" name="Rectangle 26">
              <a:extLst>
                <a:ext uri="{FF2B5EF4-FFF2-40B4-BE49-F238E27FC236}">
                  <a16:creationId xmlns:a16="http://schemas.microsoft.com/office/drawing/2014/main" id="{BD45B91F-0D3D-44FD-BFF0-ECB9685034BF}"/>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8" name="Rectangle 27">
              <a:extLst>
                <a:ext uri="{FF2B5EF4-FFF2-40B4-BE49-F238E27FC236}">
                  <a16:creationId xmlns:a16="http://schemas.microsoft.com/office/drawing/2014/main" id="{B0FF805F-AA4E-462C-9060-29BC27A72E10}"/>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9" name="Rectangle 28">
              <a:extLst>
                <a:ext uri="{FF2B5EF4-FFF2-40B4-BE49-F238E27FC236}">
                  <a16:creationId xmlns:a16="http://schemas.microsoft.com/office/drawing/2014/main" id="{4940A0E0-F685-498B-947E-A03BD0375077}"/>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0" name="Rectangle 29">
              <a:extLst>
                <a:ext uri="{FF2B5EF4-FFF2-40B4-BE49-F238E27FC236}">
                  <a16:creationId xmlns:a16="http://schemas.microsoft.com/office/drawing/2014/main" id="{D0C98E5D-34B2-468D-B7D5-ED0B0AE7D81D}"/>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
        <p:nvSpPr>
          <p:cNvPr id="17" name="Footer Placeholder 10">
            <a:extLst>
              <a:ext uri="{FF2B5EF4-FFF2-40B4-BE49-F238E27FC236}">
                <a16:creationId xmlns:a16="http://schemas.microsoft.com/office/drawing/2014/main" id="{C1156D6D-110F-4A8F-9FA1-B39441F8865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4088163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ig statement: White">
    <p:bg>
      <p:bgPr>
        <a:solidFill>
          <a:schemeClr val="bg1"/>
        </a:solidFill>
        <a:effectLst/>
      </p:bgPr>
    </p:bg>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1543B27-30F5-49F3-A344-80EEF4BE7A1D}"/>
              </a:ext>
            </a:extLst>
          </p:cNvPr>
          <p:cNvSpPr>
            <a:spLocks noGrp="1"/>
          </p:cNvSpPr>
          <p:nvPr>
            <p:ph idx="1"/>
          </p:nvPr>
        </p:nvSpPr>
        <p:spPr bwMode="black">
          <a:xfrm>
            <a:off x="457199" y="457200"/>
            <a:ext cx="11273866" cy="5788152"/>
          </a:xfrm>
          <a:prstGeom prst="rect">
            <a:avLst/>
          </a:prstGeom>
        </p:spPr>
        <p:txBody>
          <a:bodyPr anchor="ctr">
            <a:normAutofit/>
          </a:bodyPr>
          <a:lstStyle>
            <a:lvl1pPr marL="0" indent="0" algn="ctr" defTabSz="914400" rtl="0" eaLnBrk="1" latinLnBrk="0" hangingPunct="1">
              <a:lnSpc>
                <a:spcPct val="120000"/>
              </a:lnSpc>
              <a:spcBef>
                <a:spcPts val="2400"/>
              </a:spcBef>
              <a:spcAft>
                <a:spcPts val="600"/>
              </a:spcAft>
              <a:buFont typeface="Arial" panose="020B0604020202020204" pitchFamily="34" charset="0"/>
              <a:buChar char="​"/>
              <a:defRPr lang="en-US" sz="4000" b="1" kern="100" spc="-100" baseline="0" dirty="0">
                <a:solidFill>
                  <a:schemeClr val="tx1"/>
                </a:solidFill>
                <a:latin typeface="Arial" panose="020B0604020202020204" pitchFamily="34" charset="0"/>
                <a:ea typeface="+mn-ea"/>
                <a:cs typeface="Arial" panose="020B0604020202020204" pitchFamily="34" charset="0"/>
              </a:defRPr>
            </a:lvl1pPr>
            <a:lvl2pPr marL="0" indent="0" algn="ctr">
              <a:lnSpc>
                <a:spcPct val="85000"/>
              </a:lnSpc>
              <a:spcBef>
                <a:spcPts val="1200"/>
              </a:spcBef>
              <a:buFont typeface="Arial" panose="020B0604020202020204" pitchFamily="34" charset="0"/>
              <a:buNone/>
              <a:defRPr lang="en-US" sz="1800" b="1" kern="100" cap="none" spc="-20" baseline="0" dirty="0">
                <a:solidFill>
                  <a:schemeClr val="bg1"/>
                </a:solidFill>
                <a:latin typeface="Arial" panose="020B0604020202020204" pitchFamily="34" charset="0"/>
                <a:ea typeface="+mn-ea"/>
                <a:cs typeface="Arial" panose="020B0604020202020204" pitchFamily="34" charset="0"/>
              </a:defRPr>
            </a:lvl2pPr>
            <a:lvl3pPr marL="0" indent="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3pPr>
            <a:lvl4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4pPr>
            <a:lvl5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5pPr>
            <a:lvl6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6pPr>
            <a:lvl7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7pPr>
            <a:lvl8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8pPr>
            <a:lvl9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9pPr>
          </a:lstStyle>
          <a:p>
            <a:pPr lvl="0"/>
            <a:r>
              <a:rPr lang="en-US"/>
              <a:t>Click to edit Master text styles</a:t>
            </a:r>
          </a:p>
        </p:txBody>
      </p:sp>
      <p:pic>
        <p:nvPicPr>
          <p:cNvPr id="36" name="Graphic 35">
            <a:extLst>
              <a:ext uri="{FF2B5EF4-FFF2-40B4-BE49-F238E27FC236}">
                <a16:creationId xmlns:a16="http://schemas.microsoft.com/office/drawing/2014/main" id="{2258385A-D118-4C6D-B15D-047902FEB6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89503" y="6431000"/>
            <a:ext cx="250273" cy="250273"/>
          </a:xfrm>
          <a:prstGeom prst="rect">
            <a:avLst/>
          </a:prstGeom>
        </p:spPr>
      </p:pic>
      <p:sp>
        <p:nvSpPr>
          <p:cNvPr id="20" name="TextBox 19">
            <a:extLst>
              <a:ext uri="{FF2B5EF4-FFF2-40B4-BE49-F238E27FC236}">
                <a16:creationId xmlns:a16="http://schemas.microsoft.com/office/drawing/2014/main" id="{967DB76F-CCB3-47C1-AF42-0D03EA13B15C}"/>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tx1"/>
                </a:solidFill>
                <a:latin typeface="Arial" panose="020B0604020202020204" pitchFamily="34" charset="0"/>
                <a:cs typeface="Arial" panose="020B0604020202020204" pitchFamily="34" charset="0"/>
              </a:rPr>
              <a:t>©</a:t>
            </a:r>
            <a:r>
              <a:rPr lang="en-US" sz="750" kern="100" cap="all" spc="20" baseline="0" dirty="0">
                <a:solidFill>
                  <a:schemeClr val="tx1"/>
                </a:solidFill>
                <a:latin typeface="Arial" panose="020B0604020202020204" pitchFamily="34" charset="0"/>
                <a:cs typeface="Arial" panose="020B0604020202020204" pitchFamily="34" charset="0"/>
              </a:rPr>
              <a:t>2021 F5</a:t>
            </a:r>
          </a:p>
        </p:txBody>
      </p:sp>
      <p:sp>
        <p:nvSpPr>
          <p:cNvPr id="21" name="TextBox 20">
            <a:extLst>
              <a:ext uri="{FF2B5EF4-FFF2-40B4-BE49-F238E27FC236}">
                <a16:creationId xmlns:a16="http://schemas.microsoft.com/office/drawing/2014/main" id="{24EF541F-1C82-499B-934A-42273E9FFE20}"/>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tx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tx1"/>
              </a:solidFill>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4A75EE97-4C4C-40C1-B0B3-25B91D782513}"/>
              </a:ext>
            </a:extLst>
          </p:cNvPr>
          <p:cNvGrpSpPr/>
          <p:nvPr userDrawn="1"/>
        </p:nvGrpSpPr>
        <p:grpSpPr>
          <a:xfrm>
            <a:off x="0" y="0"/>
            <a:ext cx="12192000" cy="91440"/>
            <a:chOff x="0" y="6766560"/>
            <a:chExt cx="12192000" cy="91440"/>
          </a:xfrm>
        </p:grpSpPr>
        <p:sp>
          <p:nvSpPr>
            <p:cNvPr id="22" name="Rectangle 21">
              <a:extLst>
                <a:ext uri="{FF2B5EF4-FFF2-40B4-BE49-F238E27FC236}">
                  <a16:creationId xmlns:a16="http://schemas.microsoft.com/office/drawing/2014/main" id="{311E0249-55B1-4F50-B6F3-1D4CB83B755C}"/>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3" name="Rectangle 22">
              <a:extLst>
                <a:ext uri="{FF2B5EF4-FFF2-40B4-BE49-F238E27FC236}">
                  <a16:creationId xmlns:a16="http://schemas.microsoft.com/office/drawing/2014/main" id="{17E13632-A940-427F-8045-D15DB2E91222}"/>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4" name="Rectangle 23">
              <a:extLst>
                <a:ext uri="{FF2B5EF4-FFF2-40B4-BE49-F238E27FC236}">
                  <a16:creationId xmlns:a16="http://schemas.microsoft.com/office/drawing/2014/main" id="{6C322C50-445E-40A7-8A05-AD852D1DC56B}"/>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5" name="Rectangle 24">
              <a:extLst>
                <a:ext uri="{FF2B5EF4-FFF2-40B4-BE49-F238E27FC236}">
                  <a16:creationId xmlns:a16="http://schemas.microsoft.com/office/drawing/2014/main" id="{A37016F8-C5EE-4244-B985-DE10D2A32537}"/>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6" name="Rectangle 25">
              <a:extLst>
                <a:ext uri="{FF2B5EF4-FFF2-40B4-BE49-F238E27FC236}">
                  <a16:creationId xmlns:a16="http://schemas.microsoft.com/office/drawing/2014/main" id="{62826659-0D85-4522-876F-5B35D499F0F6}"/>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
        <p:nvSpPr>
          <p:cNvPr id="12" name="Footer Placeholder 10">
            <a:extLst>
              <a:ext uri="{FF2B5EF4-FFF2-40B4-BE49-F238E27FC236}">
                <a16:creationId xmlns:a16="http://schemas.microsoft.com/office/drawing/2014/main" id="{1EB56CC3-93B6-4BEB-9E54-9E5281DC15CF}"/>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68821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and photo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6093265" y="89682"/>
            <a:ext cx="6098736" cy="67683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0" name="Picture Placeholder 3">
            <a:extLst>
              <a:ext uri="{FF2B5EF4-FFF2-40B4-BE49-F238E27FC236}">
                <a16:creationId xmlns:a16="http://schemas.microsoft.com/office/drawing/2014/main" id="{8AD9881D-B00A-4247-8DF7-BEE9578ADBC5}"/>
              </a:ext>
            </a:extLst>
          </p:cNvPr>
          <p:cNvSpPr>
            <a:spLocks noGrp="1"/>
          </p:cNvSpPr>
          <p:nvPr>
            <p:ph type="pic" sz="quarter" idx="15" hasCustomPrompt="1"/>
          </p:nvPr>
        </p:nvSpPr>
        <p:spPr bwMode="ltGray">
          <a:xfrm>
            <a:off x="6093265" y="89682"/>
            <a:ext cx="6098736" cy="6768318"/>
          </a:xfrm>
          <a:prstGeom prst="rect">
            <a:avLst/>
          </a:prstGeom>
          <a:noFill/>
        </p:spPr>
        <p:txBody>
          <a:bodyPr lIns="274320" tIns="274320" rIns="274320" bIns="274320"/>
          <a:lstStyle>
            <a:lvl1pPr algn="ctr">
              <a:buNone/>
              <a:defRPr sz="1800"/>
            </a:lvl1pPr>
          </a:lstStyle>
          <a:p>
            <a:r>
              <a:rPr lang="en-US" dirty="0"/>
              <a:t>Click icon below to insert a photo</a:t>
            </a:r>
          </a:p>
        </p:txBody>
      </p:sp>
      <p:sp>
        <p:nvSpPr>
          <p:cNvPr id="37" name="Content Placeholder 2">
            <a:extLst>
              <a:ext uri="{FF2B5EF4-FFF2-40B4-BE49-F238E27FC236}">
                <a16:creationId xmlns:a16="http://schemas.microsoft.com/office/drawing/2014/main" id="{CB74AC72-DDAB-49D1-8286-ABBA64795E3E}"/>
              </a:ext>
            </a:extLst>
          </p:cNvPr>
          <p:cNvSpPr>
            <a:spLocks noGrp="1"/>
          </p:cNvSpPr>
          <p:nvPr>
            <p:ph idx="14"/>
          </p:nvPr>
        </p:nvSpPr>
        <p:spPr>
          <a:xfrm>
            <a:off x="469223" y="1967113"/>
            <a:ext cx="5164134" cy="44270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2870FF31-9141-4408-B4D2-D6D124989ADA}"/>
              </a:ext>
            </a:extLst>
          </p:cNvPr>
          <p:cNvSpPr>
            <a:spLocks noGrp="1"/>
          </p:cNvSpPr>
          <p:nvPr>
            <p:ph type="title"/>
          </p:nvPr>
        </p:nvSpPr>
        <p:spPr>
          <a:xfrm>
            <a:off x="457200" y="457200"/>
            <a:ext cx="5176157" cy="753995"/>
          </a:xfrm>
        </p:spPr>
        <p:txBody>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56F043C-92B1-4F33-A948-6B9D078B26E9}"/>
              </a:ext>
            </a:extLst>
          </p:cNvPr>
          <p:cNvSpPr>
            <a:spLocks noGrp="1"/>
          </p:cNvSpPr>
          <p:nvPr>
            <p:ph type="body" sz="quarter" idx="19" hasCustomPrompt="1"/>
          </p:nvPr>
        </p:nvSpPr>
        <p:spPr>
          <a:xfrm>
            <a:off x="11489503" y="6431001"/>
            <a:ext cx="245678" cy="245297"/>
          </a:xfrm>
          <a:blipFill>
            <a:blip r:embed="rId2"/>
            <a:stretch>
              <a:fillRect/>
            </a:stretch>
          </a:blipFill>
        </p:spPr>
        <p:txBody>
          <a:bodyPr/>
          <a:lstStyle>
            <a:lvl1pPr marL="0" indent="0">
              <a:buNone/>
              <a:defRPr>
                <a:solidFill>
                  <a:schemeClr val="tx1">
                    <a:alpha val="0"/>
                  </a:schemeClr>
                </a:solidFill>
              </a:defRPr>
            </a:lvl1pPr>
          </a:lstStyle>
          <a:p>
            <a:pPr lvl="0"/>
            <a:r>
              <a:rPr lang="en-US" dirty="0"/>
              <a:t> </a:t>
            </a:r>
          </a:p>
        </p:txBody>
      </p:sp>
      <p:sp>
        <p:nvSpPr>
          <p:cNvPr id="7" name="Footer Placeholder 10">
            <a:extLst>
              <a:ext uri="{FF2B5EF4-FFF2-40B4-BE49-F238E27FC236}">
                <a16:creationId xmlns:a16="http://schemas.microsoft.com/office/drawing/2014/main" id="{88866E84-0A57-4668-B531-68C5A5DCE6AB}"/>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840020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ent and photo lef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193922-250C-D740-A91E-0F1BF41B61A8}"/>
              </a:ext>
            </a:extLst>
          </p:cNvPr>
          <p:cNvSpPr/>
          <p:nvPr userDrawn="1"/>
        </p:nvSpPr>
        <p:spPr>
          <a:xfrm>
            <a:off x="0" y="91440"/>
            <a:ext cx="6098736" cy="6766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9" name="Picture Placeholder 3">
            <a:extLst>
              <a:ext uri="{FF2B5EF4-FFF2-40B4-BE49-F238E27FC236}">
                <a16:creationId xmlns:a16="http://schemas.microsoft.com/office/drawing/2014/main" id="{A2524182-F3AA-A449-A811-1F42DD3BE45E}"/>
              </a:ext>
            </a:extLst>
          </p:cNvPr>
          <p:cNvSpPr>
            <a:spLocks noGrp="1"/>
          </p:cNvSpPr>
          <p:nvPr>
            <p:ph type="pic" sz="quarter" idx="15" hasCustomPrompt="1"/>
          </p:nvPr>
        </p:nvSpPr>
        <p:spPr bwMode="ltGray">
          <a:xfrm>
            <a:off x="0" y="91440"/>
            <a:ext cx="6098736" cy="6766559"/>
          </a:xfrm>
          <a:prstGeom prst="rect">
            <a:avLst/>
          </a:prstGeom>
          <a:noFill/>
        </p:spPr>
        <p:txBody>
          <a:bodyPr lIns="274320" tIns="274320" rIns="274320" bIns="274320"/>
          <a:lstStyle>
            <a:lvl1pPr algn="ctr">
              <a:buNone/>
              <a:defRPr sz="1800"/>
            </a:lvl1pPr>
          </a:lstStyle>
          <a:p>
            <a:r>
              <a:rPr lang="en-US" dirty="0"/>
              <a:t>Click icon below to insert a photo</a:t>
            </a:r>
          </a:p>
        </p:txBody>
      </p:sp>
      <p:sp>
        <p:nvSpPr>
          <p:cNvPr id="26" name="Content Placeholder 2">
            <a:extLst>
              <a:ext uri="{FF2B5EF4-FFF2-40B4-BE49-F238E27FC236}">
                <a16:creationId xmlns:a16="http://schemas.microsoft.com/office/drawing/2014/main" id="{3477760C-3274-4510-B4C1-514FA1F1FE3E}"/>
              </a:ext>
            </a:extLst>
          </p:cNvPr>
          <p:cNvSpPr>
            <a:spLocks noGrp="1"/>
          </p:cNvSpPr>
          <p:nvPr>
            <p:ph idx="14"/>
          </p:nvPr>
        </p:nvSpPr>
        <p:spPr>
          <a:xfrm>
            <a:off x="6570667" y="1967112"/>
            <a:ext cx="5164134" cy="44270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4F10EF53-26EC-4206-AAE1-524C87D7422A}"/>
              </a:ext>
            </a:extLst>
          </p:cNvPr>
          <p:cNvSpPr>
            <a:spLocks noGrp="1"/>
          </p:cNvSpPr>
          <p:nvPr>
            <p:ph type="title"/>
          </p:nvPr>
        </p:nvSpPr>
        <p:spPr>
          <a:xfrm>
            <a:off x="6567616" y="457200"/>
            <a:ext cx="5176215" cy="753995"/>
          </a:xfrm>
        </p:spPr>
        <p:txBody>
          <a:bodyPr/>
          <a:lstStyle/>
          <a:p>
            <a:r>
              <a:rPr lang="en-US"/>
              <a:t>Click to edit Master title style</a:t>
            </a:r>
            <a:endParaRPr lang="en-US" dirty="0"/>
          </a:p>
        </p:txBody>
      </p:sp>
      <p:grpSp>
        <p:nvGrpSpPr>
          <p:cNvPr id="20" name="Group 19">
            <a:extLst>
              <a:ext uri="{FF2B5EF4-FFF2-40B4-BE49-F238E27FC236}">
                <a16:creationId xmlns:a16="http://schemas.microsoft.com/office/drawing/2014/main" id="{ECA85233-40AD-4D6F-9365-29FEF80CE271}"/>
              </a:ext>
            </a:extLst>
          </p:cNvPr>
          <p:cNvGrpSpPr/>
          <p:nvPr userDrawn="1"/>
        </p:nvGrpSpPr>
        <p:grpSpPr>
          <a:xfrm>
            <a:off x="0" y="0"/>
            <a:ext cx="12192000" cy="91440"/>
            <a:chOff x="0" y="6766560"/>
            <a:chExt cx="12192000" cy="91440"/>
          </a:xfrm>
        </p:grpSpPr>
        <p:sp>
          <p:nvSpPr>
            <p:cNvPr id="22" name="Rectangle 21">
              <a:extLst>
                <a:ext uri="{FF2B5EF4-FFF2-40B4-BE49-F238E27FC236}">
                  <a16:creationId xmlns:a16="http://schemas.microsoft.com/office/drawing/2014/main" id="{4E7F9A77-4CA7-4E17-899F-26DDA3DCAE26}"/>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5" name="Rectangle 24">
              <a:extLst>
                <a:ext uri="{FF2B5EF4-FFF2-40B4-BE49-F238E27FC236}">
                  <a16:creationId xmlns:a16="http://schemas.microsoft.com/office/drawing/2014/main" id="{3A8A5F5D-6B10-49A0-B728-102DF6802D7E}"/>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7" name="Rectangle 26">
              <a:extLst>
                <a:ext uri="{FF2B5EF4-FFF2-40B4-BE49-F238E27FC236}">
                  <a16:creationId xmlns:a16="http://schemas.microsoft.com/office/drawing/2014/main" id="{36778C5F-7A8E-4BDF-96CE-CCEDB03D72D2}"/>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8" name="Rectangle 27">
              <a:extLst>
                <a:ext uri="{FF2B5EF4-FFF2-40B4-BE49-F238E27FC236}">
                  <a16:creationId xmlns:a16="http://schemas.microsoft.com/office/drawing/2014/main" id="{1DCD4965-B542-43C1-B191-3CADE067FD17}"/>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9" name="Rectangle 28">
              <a:extLst>
                <a:ext uri="{FF2B5EF4-FFF2-40B4-BE49-F238E27FC236}">
                  <a16:creationId xmlns:a16="http://schemas.microsoft.com/office/drawing/2014/main" id="{8DB607E6-DB93-41EF-851F-EDFE50E56E0F}"/>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
        <p:nvSpPr>
          <p:cNvPr id="30" name="TextBox 29">
            <a:extLst>
              <a:ext uri="{FF2B5EF4-FFF2-40B4-BE49-F238E27FC236}">
                <a16:creationId xmlns:a16="http://schemas.microsoft.com/office/drawing/2014/main" id="{DD42932E-7A67-4369-B8BD-2F3B4FFE6E9F}"/>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tx1"/>
                </a:solidFill>
                <a:latin typeface="Arial" panose="020B0604020202020204" pitchFamily="34" charset="0"/>
                <a:cs typeface="Arial" panose="020B0604020202020204" pitchFamily="34" charset="0"/>
              </a:rPr>
              <a:t>©</a:t>
            </a:r>
            <a:r>
              <a:rPr lang="en-US" sz="750" kern="100" cap="all" spc="20" baseline="0" dirty="0">
                <a:solidFill>
                  <a:schemeClr val="tx1"/>
                </a:solidFill>
                <a:latin typeface="Arial" panose="020B0604020202020204" pitchFamily="34" charset="0"/>
                <a:cs typeface="Arial" panose="020B0604020202020204" pitchFamily="34" charset="0"/>
              </a:rPr>
              <a:t>2021 F5</a:t>
            </a:r>
          </a:p>
        </p:txBody>
      </p:sp>
      <p:sp>
        <p:nvSpPr>
          <p:cNvPr id="31" name="TextBox 30">
            <a:extLst>
              <a:ext uri="{FF2B5EF4-FFF2-40B4-BE49-F238E27FC236}">
                <a16:creationId xmlns:a16="http://schemas.microsoft.com/office/drawing/2014/main" id="{E9D0CEDF-2327-4D21-9626-EA64C1D6F841}"/>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tx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tx1"/>
              </a:solidFill>
              <a:latin typeface="Arial" panose="020B0604020202020204" pitchFamily="34" charset="0"/>
              <a:cs typeface="Arial" panose="020B0604020202020204" pitchFamily="34" charset="0"/>
            </a:endParaRPr>
          </a:p>
        </p:txBody>
      </p:sp>
      <p:pic>
        <p:nvPicPr>
          <p:cNvPr id="32" name="Graphic 31">
            <a:extLst>
              <a:ext uri="{FF2B5EF4-FFF2-40B4-BE49-F238E27FC236}">
                <a16:creationId xmlns:a16="http://schemas.microsoft.com/office/drawing/2014/main" id="{97316C92-AC84-494D-9E23-16873326D9D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89503" y="6431000"/>
            <a:ext cx="250273" cy="250273"/>
          </a:xfrm>
          <a:prstGeom prst="rect">
            <a:avLst/>
          </a:prstGeom>
        </p:spPr>
      </p:pic>
      <p:sp>
        <p:nvSpPr>
          <p:cNvPr id="15" name="Footer Placeholder 10">
            <a:extLst>
              <a:ext uri="{FF2B5EF4-FFF2-40B4-BE49-F238E27FC236}">
                <a16:creationId xmlns:a16="http://schemas.microsoft.com/office/drawing/2014/main" id="{720ECF2C-9E27-4F25-919C-9D1327729CDC}"/>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8376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idebar with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FDF3E6-324E-4875-8242-D42D701A6E9E}"/>
              </a:ext>
            </a:extLst>
          </p:cNvPr>
          <p:cNvSpPr/>
          <p:nvPr userDrawn="1"/>
        </p:nvSpPr>
        <p:spPr bwMode="ltGray">
          <a:xfrm>
            <a:off x="0" y="91440"/>
            <a:ext cx="6096000" cy="6766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1A61974F-83C6-4B8C-A611-F52ADE4EAD76}"/>
              </a:ext>
            </a:extLst>
          </p:cNvPr>
          <p:cNvSpPr>
            <a:spLocks noGrp="1"/>
          </p:cNvSpPr>
          <p:nvPr>
            <p:ph idx="16"/>
          </p:nvPr>
        </p:nvSpPr>
        <p:spPr>
          <a:xfrm>
            <a:off x="6590906" y="457200"/>
            <a:ext cx="5140845" cy="5943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2">
            <a:extLst>
              <a:ext uri="{FF2B5EF4-FFF2-40B4-BE49-F238E27FC236}">
                <a16:creationId xmlns:a16="http://schemas.microsoft.com/office/drawing/2014/main" id="{8E8E56E7-3501-43C0-8E56-CED7C59FB5F3}"/>
              </a:ext>
            </a:extLst>
          </p:cNvPr>
          <p:cNvSpPr>
            <a:spLocks noGrp="1"/>
          </p:cNvSpPr>
          <p:nvPr>
            <p:ph type="body" idx="1"/>
          </p:nvPr>
        </p:nvSpPr>
        <p:spPr>
          <a:xfrm>
            <a:off x="469223" y="1967112"/>
            <a:ext cx="4856688" cy="4139385"/>
          </a:xfrm>
          <a:prstGeom prst="rect">
            <a:avLst/>
          </a:prstGeom>
        </p:spPr>
        <p:txBody>
          <a:bodyPr anchor="t"/>
          <a:lstStyle>
            <a:lvl1pPr marL="0" marR="0" indent="0" algn="l" defTabSz="914400" rtl="0" eaLnBrk="1" fontAlgn="auto" latinLnBrk="0" hangingPunct="1">
              <a:lnSpc>
                <a:spcPct val="120000"/>
              </a:lnSpc>
              <a:spcBef>
                <a:spcPts val="2400"/>
              </a:spcBef>
              <a:spcAft>
                <a:spcPts val="0"/>
              </a:spcAft>
              <a:buClrTx/>
              <a:buSzTx/>
              <a:buFont typeface="Arial" panose="020B0604020202020204" pitchFamily="34" charset="0"/>
              <a:buNone/>
              <a:tabLst/>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r>
              <a:rPr lang="en-US"/>
              <a:t>Click to edit Master text styles</a:t>
            </a:r>
          </a:p>
        </p:txBody>
      </p:sp>
      <p:sp>
        <p:nvSpPr>
          <p:cNvPr id="2" name="Title 1">
            <a:extLst>
              <a:ext uri="{FF2B5EF4-FFF2-40B4-BE49-F238E27FC236}">
                <a16:creationId xmlns:a16="http://schemas.microsoft.com/office/drawing/2014/main" id="{27CAC042-5DC9-4769-B7E8-FF597DC9486E}"/>
              </a:ext>
            </a:extLst>
          </p:cNvPr>
          <p:cNvSpPr>
            <a:spLocks noGrp="1"/>
          </p:cNvSpPr>
          <p:nvPr>
            <p:ph type="title"/>
          </p:nvPr>
        </p:nvSpPr>
        <p:spPr>
          <a:xfrm>
            <a:off x="457200" y="457200"/>
            <a:ext cx="5176215" cy="753995"/>
          </a:xfrm>
        </p:spPr>
        <p:txBody>
          <a:bodyPr/>
          <a:lstStyle/>
          <a:p>
            <a:r>
              <a:rPr lang="en-US"/>
              <a:t>Click to edit Master title style</a:t>
            </a:r>
            <a:endParaRPr lang="en-US" dirty="0"/>
          </a:p>
        </p:txBody>
      </p:sp>
      <p:sp>
        <p:nvSpPr>
          <p:cNvPr id="28" name="TextBox 27">
            <a:extLst>
              <a:ext uri="{FF2B5EF4-FFF2-40B4-BE49-F238E27FC236}">
                <a16:creationId xmlns:a16="http://schemas.microsoft.com/office/drawing/2014/main" id="{0AEE3737-0E07-468B-930B-751982F98482}"/>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tx1"/>
                </a:solidFill>
                <a:latin typeface="Arial" panose="020B0604020202020204" pitchFamily="34" charset="0"/>
                <a:cs typeface="Arial" panose="020B0604020202020204" pitchFamily="34" charset="0"/>
              </a:rPr>
              <a:t>©</a:t>
            </a:r>
            <a:r>
              <a:rPr lang="en-US" sz="750" kern="100" cap="all" spc="20" baseline="0" dirty="0">
                <a:solidFill>
                  <a:schemeClr val="tx1"/>
                </a:solidFill>
                <a:latin typeface="Arial" panose="020B0604020202020204" pitchFamily="34" charset="0"/>
                <a:cs typeface="Arial" panose="020B0604020202020204" pitchFamily="34" charset="0"/>
              </a:rPr>
              <a:t>2021 F5</a:t>
            </a:r>
          </a:p>
        </p:txBody>
      </p:sp>
      <p:sp>
        <p:nvSpPr>
          <p:cNvPr id="29" name="TextBox 28">
            <a:extLst>
              <a:ext uri="{FF2B5EF4-FFF2-40B4-BE49-F238E27FC236}">
                <a16:creationId xmlns:a16="http://schemas.microsoft.com/office/drawing/2014/main" id="{14FC488A-D654-4C07-AA57-BD13BC912E3C}"/>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tx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tx1"/>
              </a:solidFill>
              <a:latin typeface="Arial" panose="020B0604020202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F908DF53-BB9D-4DA0-8518-FB965BC3C3C4}"/>
              </a:ext>
            </a:extLst>
          </p:cNvPr>
          <p:cNvGrpSpPr/>
          <p:nvPr userDrawn="1"/>
        </p:nvGrpSpPr>
        <p:grpSpPr>
          <a:xfrm>
            <a:off x="0" y="0"/>
            <a:ext cx="12192000" cy="91440"/>
            <a:chOff x="0" y="6766560"/>
            <a:chExt cx="12192000" cy="91440"/>
          </a:xfrm>
        </p:grpSpPr>
        <p:sp>
          <p:nvSpPr>
            <p:cNvPr id="23" name="Rectangle 22">
              <a:extLst>
                <a:ext uri="{FF2B5EF4-FFF2-40B4-BE49-F238E27FC236}">
                  <a16:creationId xmlns:a16="http://schemas.microsoft.com/office/drawing/2014/main" id="{C67C59B6-E0B7-4A56-BC48-26DFD539BBC8}"/>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4" name="Rectangle 23">
              <a:extLst>
                <a:ext uri="{FF2B5EF4-FFF2-40B4-BE49-F238E27FC236}">
                  <a16:creationId xmlns:a16="http://schemas.microsoft.com/office/drawing/2014/main" id="{1D350D41-22BD-45CD-BDEB-3AFF366808DB}"/>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5" name="Rectangle 24">
              <a:extLst>
                <a:ext uri="{FF2B5EF4-FFF2-40B4-BE49-F238E27FC236}">
                  <a16:creationId xmlns:a16="http://schemas.microsoft.com/office/drawing/2014/main" id="{28AABA54-2AA5-4679-8D59-6CA1334612DC}"/>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6" name="Rectangle 25">
              <a:extLst>
                <a:ext uri="{FF2B5EF4-FFF2-40B4-BE49-F238E27FC236}">
                  <a16:creationId xmlns:a16="http://schemas.microsoft.com/office/drawing/2014/main" id="{62F31F58-6B5C-4269-AFA1-436102C3D117}"/>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7" name="Rectangle 26">
              <a:extLst>
                <a:ext uri="{FF2B5EF4-FFF2-40B4-BE49-F238E27FC236}">
                  <a16:creationId xmlns:a16="http://schemas.microsoft.com/office/drawing/2014/main" id="{26FC7973-5A91-48F4-8CB9-5E5D9762E033}"/>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pic>
        <p:nvPicPr>
          <p:cNvPr id="30" name="Graphic 29">
            <a:extLst>
              <a:ext uri="{FF2B5EF4-FFF2-40B4-BE49-F238E27FC236}">
                <a16:creationId xmlns:a16="http://schemas.microsoft.com/office/drawing/2014/main" id="{BF2218F0-D93F-4904-B0F2-AADFD3911A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89503" y="6431000"/>
            <a:ext cx="250273" cy="250273"/>
          </a:xfrm>
          <a:prstGeom prst="rect">
            <a:avLst/>
          </a:prstGeom>
        </p:spPr>
      </p:pic>
      <p:sp>
        <p:nvSpPr>
          <p:cNvPr id="15" name="Footer Placeholder 10">
            <a:extLst>
              <a:ext uri="{FF2B5EF4-FFF2-40B4-BE49-F238E27FC236}">
                <a16:creationId xmlns:a16="http://schemas.microsoft.com/office/drawing/2014/main" id="{3EFFD462-0D5B-4804-ABA3-5F8AD08EECED}"/>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61087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ight one-third highl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8030817" y="88549"/>
            <a:ext cx="4161183" cy="67694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nvGrpSpPr>
          <p:cNvPr id="9" name="Group 22">
            <a:extLst>
              <a:ext uri="{FF2B5EF4-FFF2-40B4-BE49-F238E27FC236}">
                <a16:creationId xmlns:a16="http://schemas.microsoft.com/office/drawing/2014/main" id="{8D0A2A5B-D1E7-45BE-AE60-A6F36936B16E}"/>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0" name="Freeform 24">
              <a:extLst>
                <a:ext uri="{FF2B5EF4-FFF2-40B4-BE49-F238E27FC236}">
                  <a16:creationId xmlns:a16="http://schemas.microsoft.com/office/drawing/2014/main" id="{9183C3AE-028B-4DDA-9205-EC6D655EEA45}"/>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1" name="Freeform 25">
              <a:extLst>
                <a:ext uri="{FF2B5EF4-FFF2-40B4-BE49-F238E27FC236}">
                  <a16:creationId xmlns:a16="http://schemas.microsoft.com/office/drawing/2014/main" id="{F505AD9A-ACA3-4F80-AFE2-84AD08C01D96}"/>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2" name="Freeform 26">
              <a:extLst>
                <a:ext uri="{FF2B5EF4-FFF2-40B4-BE49-F238E27FC236}">
                  <a16:creationId xmlns:a16="http://schemas.microsoft.com/office/drawing/2014/main" id="{B03D2BBB-45A1-4D25-ABE8-7FC9374EA0EA}"/>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3" name="Freeform 27">
              <a:extLst>
                <a:ext uri="{FF2B5EF4-FFF2-40B4-BE49-F238E27FC236}">
                  <a16:creationId xmlns:a16="http://schemas.microsoft.com/office/drawing/2014/main" id="{C66F7432-E150-4495-9A00-2F1C2AC72108}"/>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37" name="Content Placeholder 2">
            <a:extLst>
              <a:ext uri="{FF2B5EF4-FFF2-40B4-BE49-F238E27FC236}">
                <a16:creationId xmlns:a16="http://schemas.microsoft.com/office/drawing/2014/main" id="{CB74AC72-DDAB-49D1-8286-ABBA64795E3E}"/>
              </a:ext>
            </a:extLst>
          </p:cNvPr>
          <p:cNvSpPr>
            <a:spLocks noGrp="1"/>
          </p:cNvSpPr>
          <p:nvPr>
            <p:ph idx="14"/>
          </p:nvPr>
        </p:nvSpPr>
        <p:spPr>
          <a:xfrm>
            <a:off x="469223" y="1967113"/>
            <a:ext cx="7310618" cy="44270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2870FF31-9141-4408-B4D2-D6D124989ADA}"/>
              </a:ext>
            </a:extLst>
          </p:cNvPr>
          <p:cNvSpPr>
            <a:spLocks noGrp="1"/>
          </p:cNvSpPr>
          <p:nvPr>
            <p:ph type="title"/>
          </p:nvPr>
        </p:nvSpPr>
        <p:spPr>
          <a:xfrm>
            <a:off x="457200" y="457200"/>
            <a:ext cx="7327638" cy="753995"/>
          </a:xfrm>
        </p:spPr>
        <p:txBody>
          <a:bodyPr/>
          <a:lstStyle/>
          <a:p>
            <a:r>
              <a:rPr lang="en-US"/>
              <a:t>Click to edit Master title style</a:t>
            </a:r>
            <a:endParaRPr lang="en-US" dirty="0"/>
          </a:p>
        </p:txBody>
      </p:sp>
      <p:sp>
        <p:nvSpPr>
          <p:cNvPr id="14" name="Footer Placeholder 10">
            <a:extLst>
              <a:ext uri="{FF2B5EF4-FFF2-40B4-BE49-F238E27FC236}">
                <a16:creationId xmlns:a16="http://schemas.microsoft.com/office/drawing/2014/main" id="{14E68320-68D4-4D4A-B0BF-87FB8DFCD51D}"/>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602398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one-third highl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0" y="88900"/>
            <a:ext cx="4060953" cy="6769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37" name="Content Placeholder 2">
            <a:extLst>
              <a:ext uri="{FF2B5EF4-FFF2-40B4-BE49-F238E27FC236}">
                <a16:creationId xmlns:a16="http://schemas.microsoft.com/office/drawing/2014/main" id="{CB74AC72-DDAB-49D1-8286-ABBA64795E3E}"/>
              </a:ext>
            </a:extLst>
          </p:cNvPr>
          <p:cNvSpPr>
            <a:spLocks noGrp="1"/>
          </p:cNvSpPr>
          <p:nvPr>
            <p:ph idx="14"/>
          </p:nvPr>
        </p:nvSpPr>
        <p:spPr>
          <a:xfrm>
            <a:off x="4419467" y="1967113"/>
            <a:ext cx="7310618" cy="44270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2870FF31-9141-4408-B4D2-D6D124989ADA}"/>
              </a:ext>
            </a:extLst>
          </p:cNvPr>
          <p:cNvSpPr>
            <a:spLocks noGrp="1"/>
          </p:cNvSpPr>
          <p:nvPr>
            <p:ph type="title"/>
          </p:nvPr>
        </p:nvSpPr>
        <p:spPr>
          <a:xfrm>
            <a:off x="4407444" y="457200"/>
            <a:ext cx="7327638" cy="753995"/>
          </a:xfrm>
        </p:spPr>
        <p:txBody>
          <a:bodyPr/>
          <a:lstStyle/>
          <a:p>
            <a:r>
              <a:rPr lang="en-US"/>
              <a:t>Click to edit Master title style</a:t>
            </a:r>
            <a:endParaRPr lang="en-US" dirty="0"/>
          </a:p>
        </p:txBody>
      </p:sp>
      <p:sp>
        <p:nvSpPr>
          <p:cNvPr id="22" name="TextBox 21">
            <a:extLst>
              <a:ext uri="{FF2B5EF4-FFF2-40B4-BE49-F238E27FC236}">
                <a16:creationId xmlns:a16="http://schemas.microsoft.com/office/drawing/2014/main" id="{6507E9E6-657D-44F6-B7B3-62E0DAE48F9F}"/>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bg1"/>
                </a:solidFill>
                <a:latin typeface="Arial" panose="020B0604020202020204" pitchFamily="34" charset="0"/>
                <a:cs typeface="Arial" panose="020B0604020202020204" pitchFamily="34" charset="0"/>
              </a:rPr>
              <a:t>©</a:t>
            </a:r>
            <a:r>
              <a:rPr lang="en-US" sz="750" kern="100" cap="all" spc="20" baseline="0" dirty="0">
                <a:solidFill>
                  <a:schemeClr val="bg1"/>
                </a:solidFill>
                <a:latin typeface="Arial" panose="020B0604020202020204" pitchFamily="34" charset="0"/>
                <a:cs typeface="Arial" panose="020B0604020202020204" pitchFamily="34" charset="0"/>
              </a:rPr>
              <a:t>2021 F5</a:t>
            </a:r>
          </a:p>
        </p:txBody>
      </p:sp>
      <p:sp>
        <p:nvSpPr>
          <p:cNvPr id="23" name="TextBox 22">
            <a:extLst>
              <a:ext uri="{FF2B5EF4-FFF2-40B4-BE49-F238E27FC236}">
                <a16:creationId xmlns:a16="http://schemas.microsoft.com/office/drawing/2014/main" id="{99DCCB35-B199-4CD6-9364-CF60DE40A9B6}"/>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bg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bg1"/>
              </a:solidFill>
              <a:latin typeface="Arial" panose="020B0604020202020204" pitchFamily="34" charset="0"/>
              <a:cs typeface="Arial" panose="020B0604020202020204" pitchFamily="34" charset="0"/>
            </a:endParaRPr>
          </a:p>
        </p:txBody>
      </p:sp>
      <p:sp>
        <p:nvSpPr>
          <p:cNvPr id="7" name="Footer Placeholder 10">
            <a:extLst>
              <a:ext uri="{FF2B5EF4-FFF2-40B4-BE49-F238E27FC236}">
                <a16:creationId xmlns:a16="http://schemas.microsoft.com/office/drawing/2014/main" id="{3110C2C1-9BAC-48C6-872D-0DBFE4DB25F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195574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i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0CA2B1-43F3-4E5A-8642-E7EF9DF675DC}"/>
              </a:ext>
            </a:extLst>
          </p:cNvPr>
          <p:cNvSpPr/>
          <p:nvPr userDrawn="1"/>
        </p:nvSpPr>
        <p:spPr>
          <a:xfrm>
            <a:off x="0" y="0"/>
            <a:ext cx="12192000" cy="233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2" name="Rectangle 11">
            <a:extLst>
              <a:ext uri="{FF2B5EF4-FFF2-40B4-BE49-F238E27FC236}">
                <a16:creationId xmlns:a16="http://schemas.microsoft.com/office/drawing/2014/main" id="{A989772A-5773-574A-B6F8-FE6EE18F52EE}"/>
              </a:ext>
            </a:extLst>
          </p:cNvPr>
          <p:cNvSpPr/>
          <p:nvPr userDrawn="1"/>
        </p:nvSpPr>
        <p:spPr>
          <a:xfrm>
            <a:off x="0" y="0"/>
            <a:ext cx="12188952" cy="4572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91C8EB-2EC7-7348-A790-C3B94928DB0F}"/>
              </a:ext>
            </a:extLst>
          </p:cNvPr>
          <p:cNvSpPr/>
          <p:nvPr userDrawn="1"/>
        </p:nvSpPr>
        <p:spPr>
          <a:xfrm>
            <a:off x="0" y="6286500"/>
            <a:ext cx="12192000" cy="5715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79DCA21-A80E-C740-8D95-E40B577291A6}"/>
              </a:ext>
            </a:extLst>
          </p:cNvPr>
          <p:cNvSpPr/>
          <p:nvPr userDrawn="1"/>
        </p:nvSpPr>
        <p:spPr>
          <a:xfrm rot="5400000">
            <a:off x="-3200400" y="3200400"/>
            <a:ext cx="6858000" cy="4572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72B2B15-B649-C945-8F45-B73BCE1D96D3}"/>
              </a:ext>
            </a:extLst>
          </p:cNvPr>
          <p:cNvSpPr/>
          <p:nvPr userDrawn="1"/>
        </p:nvSpPr>
        <p:spPr>
          <a:xfrm rot="5400000">
            <a:off x="8534400" y="3200400"/>
            <a:ext cx="6858000" cy="4572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A2BD637-13E9-E14F-B2BA-CCCBD0753859}"/>
              </a:ext>
            </a:extLst>
          </p:cNvPr>
          <p:cNvSpPr/>
          <p:nvPr userDrawn="1"/>
        </p:nvSpPr>
        <p:spPr>
          <a:xfrm>
            <a:off x="-687" y="1512321"/>
            <a:ext cx="12188952" cy="4572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09919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tx1"/>
        </a:solidFill>
        <a:effectLst/>
      </p:bgPr>
    </p:bg>
    <p:spTree>
      <p:nvGrpSpPr>
        <p:cNvPr id="1" name=""/>
        <p:cNvGrpSpPr/>
        <p:nvPr/>
      </p:nvGrpSpPr>
      <p:grpSpPr>
        <a:xfrm>
          <a:off x="0" y="0"/>
          <a:ext cx="0" cy="0"/>
          <a:chOff x="0" y="0"/>
          <a:chExt cx="0" cy="0"/>
        </a:xfrm>
      </p:grpSpPr>
      <p:grpSp>
        <p:nvGrpSpPr>
          <p:cNvPr id="11" name="Group 22">
            <a:extLst>
              <a:ext uri="{FF2B5EF4-FFF2-40B4-BE49-F238E27FC236}">
                <a16:creationId xmlns:a16="http://schemas.microsoft.com/office/drawing/2014/main" id="{B49D0D91-C17F-4B05-8E43-82015C7BB704}"/>
              </a:ext>
            </a:extLst>
          </p:cNvPr>
          <p:cNvGrpSpPr>
            <a:grpSpLocks noChangeAspect="1"/>
          </p:cNvGrpSpPr>
          <p:nvPr userDrawn="1"/>
        </p:nvGrpSpPr>
        <p:grpSpPr bwMode="auto">
          <a:xfrm>
            <a:off x="4868424" y="2102144"/>
            <a:ext cx="2433289" cy="2433289"/>
            <a:chOff x="5266" y="0"/>
            <a:chExt cx="733" cy="733"/>
          </a:xfrm>
        </p:grpSpPr>
        <p:sp>
          <p:nvSpPr>
            <p:cNvPr id="12" name="Freeform 23">
              <a:extLst>
                <a:ext uri="{FF2B5EF4-FFF2-40B4-BE49-F238E27FC236}">
                  <a16:creationId xmlns:a16="http://schemas.microsoft.com/office/drawing/2014/main" id="{04A93985-0D67-451D-B3A3-FF1DFA20A8D5}"/>
                </a:ext>
              </a:extLst>
            </p:cNvPr>
            <p:cNvSpPr>
              <a:spLocks/>
            </p:cNvSpPr>
            <p:nvPr userDrawn="1"/>
          </p:nvSpPr>
          <p:spPr bwMode="auto">
            <a:xfrm>
              <a:off x="5266" y="0"/>
              <a:ext cx="733" cy="733"/>
            </a:xfrm>
            <a:custGeom>
              <a:avLst/>
              <a:gdLst>
                <a:gd name="T0" fmla="*/ 4176 w 4576"/>
                <a:gd name="T1" fmla="*/ 996 h 4576"/>
                <a:gd name="T2" fmla="*/ 4065 w 4576"/>
                <a:gd name="T3" fmla="*/ 848 h 4576"/>
                <a:gd name="T4" fmla="*/ 4065 w 4576"/>
                <a:gd name="T5" fmla="*/ 848 h 4576"/>
                <a:gd name="T6" fmla="*/ 2288 w 4576"/>
                <a:gd name="T7" fmla="*/ 0 h 4576"/>
                <a:gd name="T8" fmla="*/ 0 w 4576"/>
                <a:gd name="T9" fmla="*/ 2288 h 4576"/>
                <a:gd name="T10" fmla="*/ 445 w 4576"/>
                <a:gd name="T11" fmla="*/ 3644 h 4576"/>
                <a:gd name="T12" fmla="*/ 445 w 4576"/>
                <a:gd name="T13" fmla="*/ 3644 h 4576"/>
                <a:gd name="T14" fmla="*/ 583 w 4576"/>
                <a:gd name="T15" fmla="*/ 3814 h 4576"/>
                <a:gd name="T16" fmla="*/ 583 w 4576"/>
                <a:gd name="T17" fmla="*/ 3814 h 4576"/>
                <a:gd name="T18" fmla="*/ 2288 w 4576"/>
                <a:gd name="T19" fmla="*/ 4576 h 4576"/>
                <a:gd name="T20" fmla="*/ 4576 w 4576"/>
                <a:gd name="T21" fmla="*/ 2288 h 4576"/>
                <a:gd name="T22" fmla="*/ 4176 w 4576"/>
                <a:gd name="T23"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76" h="4576">
                  <a:moveTo>
                    <a:pt x="4176" y="996"/>
                  </a:moveTo>
                  <a:cubicBezTo>
                    <a:pt x="4141" y="945"/>
                    <a:pt x="4104" y="895"/>
                    <a:pt x="4065" y="848"/>
                  </a:cubicBezTo>
                  <a:cubicBezTo>
                    <a:pt x="4065" y="848"/>
                    <a:pt x="4065" y="848"/>
                    <a:pt x="4065" y="848"/>
                  </a:cubicBezTo>
                  <a:cubicBezTo>
                    <a:pt x="3646" y="330"/>
                    <a:pt x="3006" y="0"/>
                    <a:pt x="2288" y="0"/>
                  </a:cubicBezTo>
                  <a:cubicBezTo>
                    <a:pt x="1024" y="0"/>
                    <a:pt x="0" y="1024"/>
                    <a:pt x="0" y="2288"/>
                  </a:cubicBezTo>
                  <a:cubicBezTo>
                    <a:pt x="0" y="2796"/>
                    <a:pt x="165" y="3264"/>
                    <a:pt x="445" y="3644"/>
                  </a:cubicBezTo>
                  <a:cubicBezTo>
                    <a:pt x="445" y="3644"/>
                    <a:pt x="445" y="3644"/>
                    <a:pt x="445" y="3644"/>
                  </a:cubicBezTo>
                  <a:cubicBezTo>
                    <a:pt x="488" y="3703"/>
                    <a:pt x="534" y="3759"/>
                    <a:pt x="583" y="3814"/>
                  </a:cubicBezTo>
                  <a:cubicBezTo>
                    <a:pt x="583" y="3814"/>
                    <a:pt x="583" y="381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24">
              <a:extLst>
                <a:ext uri="{FF2B5EF4-FFF2-40B4-BE49-F238E27FC236}">
                  <a16:creationId xmlns:a16="http://schemas.microsoft.com/office/drawing/2014/main" id="{51F8F0B5-AE5E-4F6A-A5A9-1380A0E147F1}"/>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5">
              <a:extLst>
                <a:ext uri="{FF2B5EF4-FFF2-40B4-BE49-F238E27FC236}">
                  <a16:creationId xmlns:a16="http://schemas.microsoft.com/office/drawing/2014/main" id="{0588F478-4A92-494A-9C3A-F0E7B3557D95}"/>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6">
              <a:extLst>
                <a:ext uri="{FF2B5EF4-FFF2-40B4-BE49-F238E27FC236}">
                  <a16:creationId xmlns:a16="http://schemas.microsoft.com/office/drawing/2014/main" id="{1C181752-AA5D-48E5-B1BF-DFEB698DA565}"/>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7">
              <a:extLst>
                <a:ext uri="{FF2B5EF4-FFF2-40B4-BE49-F238E27FC236}">
                  <a16:creationId xmlns:a16="http://schemas.microsoft.com/office/drawing/2014/main" id="{7C566761-B5D4-457C-92C2-7F809697D4B8}"/>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 name="Group 16">
            <a:extLst>
              <a:ext uri="{FF2B5EF4-FFF2-40B4-BE49-F238E27FC236}">
                <a16:creationId xmlns:a16="http://schemas.microsoft.com/office/drawing/2014/main" id="{A7ABD1FB-3172-4AEA-B5C2-F2546E6F6B28}"/>
              </a:ext>
            </a:extLst>
          </p:cNvPr>
          <p:cNvGrpSpPr/>
          <p:nvPr userDrawn="1"/>
        </p:nvGrpSpPr>
        <p:grpSpPr>
          <a:xfrm>
            <a:off x="0" y="6766560"/>
            <a:ext cx="12192000" cy="91440"/>
            <a:chOff x="0" y="6766560"/>
            <a:chExt cx="12192000" cy="91440"/>
          </a:xfrm>
        </p:grpSpPr>
        <p:sp>
          <p:nvSpPr>
            <p:cNvPr id="18" name="Rectangle 17">
              <a:extLst>
                <a:ext uri="{FF2B5EF4-FFF2-40B4-BE49-F238E27FC236}">
                  <a16:creationId xmlns:a16="http://schemas.microsoft.com/office/drawing/2014/main" id="{59CBB2FC-BAF9-48F6-95FA-B797183FB68E}"/>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9" name="Rectangle 18">
              <a:extLst>
                <a:ext uri="{FF2B5EF4-FFF2-40B4-BE49-F238E27FC236}">
                  <a16:creationId xmlns:a16="http://schemas.microsoft.com/office/drawing/2014/main" id="{CE72C188-6A30-4B83-B29A-98E2F5808F8B}"/>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0" name="Rectangle 19">
              <a:extLst>
                <a:ext uri="{FF2B5EF4-FFF2-40B4-BE49-F238E27FC236}">
                  <a16:creationId xmlns:a16="http://schemas.microsoft.com/office/drawing/2014/main" id="{1BE38204-8452-4E27-BEDC-A657E1DE8021}"/>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1" name="Rectangle 20">
              <a:extLst>
                <a:ext uri="{FF2B5EF4-FFF2-40B4-BE49-F238E27FC236}">
                  <a16:creationId xmlns:a16="http://schemas.microsoft.com/office/drawing/2014/main" id="{75DF6AC7-9388-407D-89DE-B14FFE84A8B6}"/>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2" name="Rectangle 21">
              <a:extLst>
                <a:ext uri="{FF2B5EF4-FFF2-40B4-BE49-F238E27FC236}">
                  <a16:creationId xmlns:a16="http://schemas.microsoft.com/office/drawing/2014/main" id="{20F5B398-B67A-43A9-8C2A-54443FBEF893}"/>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Tree>
    <p:extLst>
      <p:ext uri="{BB962C8B-B14F-4D97-AF65-F5344CB8AC3E}">
        <p14:creationId xmlns:p14="http://schemas.microsoft.com/office/powerpoint/2010/main" val="265139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nd slide: Deep Lake">
    <p:bg>
      <p:bgPr>
        <a:solidFill>
          <a:srgbClr val="00446F"/>
        </a:solidFill>
        <a:effectLst/>
      </p:bgPr>
    </p:bg>
    <p:spTree>
      <p:nvGrpSpPr>
        <p:cNvPr id="1" name=""/>
        <p:cNvGrpSpPr/>
        <p:nvPr/>
      </p:nvGrpSpPr>
      <p:grpSpPr>
        <a:xfrm>
          <a:off x="0" y="0"/>
          <a:ext cx="0" cy="0"/>
          <a:chOff x="0" y="0"/>
          <a:chExt cx="0" cy="0"/>
        </a:xfrm>
      </p:grpSpPr>
      <p:grpSp>
        <p:nvGrpSpPr>
          <p:cNvPr id="24" name="Group 22">
            <a:extLst>
              <a:ext uri="{FF2B5EF4-FFF2-40B4-BE49-F238E27FC236}">
                <a16:creationId xmlns:a16="http://schemas.microsoft.com/office/drawing/2014/main" id="{28E4689E-066C-40CE-964D-BA4EBB3542C4}"/>
              </a:ext>
            </a:extLst>
          </p:cNvPr>
          <p:cNvGrpSpPr>
            <a:grpSpLocks noChangeAspect="1"/>
          </p:cNvGrpSpPr>
          <p:nvPr userDrawn="1"/>
        </p:nvGrpSpPr>
        <p:grpSpPr bwMode="auto">
          <a:xfrm>
            <a:off x="4868424" y="2102144"/>
            <a:ext cx="2433289" cy="2433289"/>
            <a:chOff x="5266" y="0"/>
            <a:chExt cx="733" cy="733"/>
          </a:xfrm>
        </p:grpSpPr>
        <p:sp>
          <p:nvSpPr>
            <p:cNvPr id="26" name="Freeform 24">
              <a:extLst>
                <a:ext uri="{FF2B5EF4-FFF2-40B4-BE49-F238E27FC236}">
                  <a16:creationId xmlns:a16="http://schemas.microsoft.com/office/drawing/2014/main" id="{B9AF8A63-6FFF-4C2F-883E-76FDE7D496AC}"/>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5">
              <a:extLst>
                <a:ext uri="{FF2B5EF4-FFF2-40B4-BE49-F238E27FC236}">
                  <a16:creationId xmlns:a16="http://schemas.microsoft.com/office/drawing/2014/main" id="{0B34BBF5-94F1-4633-93DF-D1C74D7E8055}"/>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6">
              <a:extLst>
                <a:ext uri="{FF2B5EF4-FFF2-40B4-BE49-F238E27FC236}">
                  <a16:creationId xmlns:a16="http://schemas.microsoft.com/office/drawing/2014/main" id="{3502C15E-FAB7-48E2-B3CD-297CE138C9F0}"/>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7">
              <a:extLst>
                <a:ext uri="{FF2B5EF4-FFF2-40B4-BE49-F238E27FC236}">
                  <a16:creationId xmlns:a16="http://schemas.microsoft.com/office/drawing/2014/main" id="{4D5AA12F-9D7D-47DC-9513-EA313EC1362A}"/>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9" name="Group 18">
            <a:extLst>
              <a:ext uri="{FF2B5EF4-FFF2-40B4-BE49-F238E27FC236}">
                <a16:creationId xmlns:a16="http://schemas.microsoft.com/office/drawing/2014/main" id="{4541BFC0-E8B2-4E33-88AA-2D833170CAA9}"/>
              </a:ext>
            </a:extLst>
          </p:cNvPr>
          <p:cNvGrpSpPr/>
          <p:nvPr userDrawn="1"/>
        </p:nvGrpSpPr>
        <p:grpSpPr>
          <a:xfrm>
            <a:off x="0" y="6766560"/>
            <a:ext cx="12192000" cy="91440"/>
            <a:chOff x="0" y="6766560"/>
            <a:chExt cx="12192000" cy="91440"/>
          </a:xfrm>
        </p:grpSpPr>
        <p:sp>
          <p:nvSpPr>
            <p:cNvPr id="20" name="Rectangle 19">
              <a:extLst>
                <a:ext uri="{FF2B5EF4-FFF2-40B4-BE49-F238E27FC236}">
                  <a16:creationId xmlns:a16="http://schemas.microsoft.com/office/drawing/2014/main" id="{86EF9B02-DDF4-49EF-88E9-E28D0A4C427C}"/>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1" name="Rectangle 20">
              <a:extLst>
                <a:ext uri="{FF2B5EF4-FFF2-40B4-BE49-F238E27FC236}">
                  <a16:creationId xmlns:a16="http://schemas.microsoft.com/office/drawing/2014/main" id="{BF81F288-588D-49FF-9E29-11B25708FA8E}"/>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2" name="Rectangle 21">
              <a:extLst>
                <a:ext uri="{FF2B5EF4-FFF2-40B4-BE49-F238E27FC236}">
                  <a16:creationId xmlns:a16="http://schemas.microsoft.com/office/drawing/2014/main" id="{B97796B5-ACD4-4793-A3DC-DEA5D0DD5F0E}"/>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3" name="Rectangle 22">
              <a:extLst>
                <a:ext uri="{FF2B5EF4-FFF2-40B4-BE49-F238E27FC236}">
                  <a16:creationId xmlns:a16="http://schemas.microsoft.com/office/drawing/2014/main" id="{BE50AF70-1F35-43EF-BDCA-366F8DF37230}"/>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5" name="Rectangle 24">
              <a:extLst>
                <a:ext uri="{FF2B5EF4-FFF2-40B4-BE49-F238E27FC236}">
                  <a16:creationId xmlns:a16="http://schemas.microsoft.com/office/drawing/2014/main" id="{21687566-3430-40E2-9F85-D35FB4E2A2D0}"/>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spTree>
    <p:extLst>
      <p:ext uri="{BB962C8B-B14F-4D97-AF65-F5344CB8AC3E}">
        <p14:creationId xmlns:p14="http://schemas.microsoft.com/office/powerpoint/2010/main" val="4174104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One Line Title with No Subhea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C6A006-79D6-4FC0-8944-ED8D33182F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79392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1543B27-30F5-49F3-A344-80EEF4BE7A1D}"/>
              </a:ext>
            </a:extLst>
          </p:cNvPr>
          <p:cNvSpPr>
            <a:spLocks noGrp="1"/>
          </p:cNvSpPr>
          <p:nvPr>
            <p:ph idx="1"/>
          </p:nvPr>
        </p:nvSpPr>
        <p:spPr>
          <a:xfrm>
            <a:off x="457199" y="1967113"/>
            <a:ext cx="11274551" cy="4456946"/>
          </a:xfrm>
          <a:prstGeom prst="rect">
            <a:avLst/>
          </a:prstGeom>
        </p:spPr>
        <p:txBody>
          <a:bodyPr/>
          <a:lstStyle>
            <a:lvl3pPr>
              <a:defRPr sz="1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a:extLst>
              <a:ext uri="{FF2B5EF4-FFF2-40B4-BE49-F238E27FC236}">
                <a16:creationId xmlns:a16="http://schemas.microsoft.com/office/drawing/2014/main" id="{2B842466-9726-DC47-B132-1768B6A1D912}"/>
              </a:ext>
            </a:extLst>
          </p:cNvPr>
          <p:cNvSpPr>
            <a:spLocks noGrp="1"/>
          </p:cNvSpPr>
          <p:nvPr>
            <p:ph type="body" idx="13"/>
          </p:nvPr>
        </p:nvSpPr>
        <p:spPr>
          <a:xfrm>
            <a:off x="457200" y="1256758"/>
            <a:ext cx="11274552" cy="246221"/>
          </a:xfrm>
          <a:prstGeom prst="rect">
            <a:avLst/>
          </a:prstGeom>
        </p:spPr>
        <p:txBody>
          <a:bodyPr wrap="square" lIns="0" anchor="t">
            <a:spAutoFit/>
          </a:bodyPr>
          <a:lstStyle>
            <a:lvl1pPr marL="0" indent="0">
              <a:lnSpc>
                <a:spcPct val="100000"/>
              </a:lnSpc>
              <a:spcBef>
                <a:spcPts val="0"/>
              </a:spcBef>
              <a:buNone/>
              <a:defRPr sz="1600" b="1" cap="all" spc="50" baseline="0">
                <a:solidFill>
                  <a:srgbClr val="7D7D7D"/>
                </a:solidFill>
                <a:latin typeface="Arial Narrow" panose="020B060602020203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353516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Section Header_pattern">
    <p:bg>
      <p:bgPr>
        <a:solidFill>
          <a:schemeClr val="accent4"/>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C4B88C6-EFDF-4F2F-8534-C185DF74C7C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846" t="60555" r="6846"/>
          <a:stretch/>
        </p:blipFill>
        <p:spPr bwMode="ltGray">
          <a:xfrm>
            <a:off x="0" y="3723676"/>
            <a:ext cx="12192000" cy="3134324"/>
          </a:xfrm>
          <a:prstGeom prst="rect">
            <a:avLst/>
          </a:prstGeom>
        </p:spPr>
      </p:pic>
      <p:sp>
        <p:nvSpPr>
          <p:cNvPr id="2" name="Title 1">
            <a:extLst>
              <a:ext uri="{FF2B5EF4-FFF2-40B4-BE49-F238E27FC236}">
                <a16:creationId xmlns:a16="http://schemas.microsoft.com/office/drawing/2014/main" id="{0BC706BC-2671-42BA-B78B-426C50D7C0D7}"/>
              </a:ext>
            </a:extLst>
          </p:cNvPr>
          <p:cNvSpPr>
            <a:spLocks noGrp="1"/>
          </p:cNvSpPr>
          <p:nvPr>
            <p:ph type="title"/>
          </p:nvPr>
        </p:nvSpPr>
        <p:spPr bwMode="black">
          <a:xfrm>
            <a:off x="495952" y="1943101"/>
            <a:ext cx="7415242" cy="2971799"/>
          </a:xfrm>
          <a:prstGeom prst="rect">
            <a:avLst/>
          </a:prstGeom>
        </p:spPr>
        <p:txBody>
          <a:bodyPr anchor="ctr"/>
          <a:lstStyle>
            <a:lvl1pPr>
              <a:defRPr sz="6000">
                <a:solidFill>
                  <a:srgbClr val="FEFEFE"/>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3F3933-C958-4EBB-BDEE-13C9306BD030}"/>
              </a:ext>
            </a:extLst>
          </p:cNvPr>
          <p:cNvSpPr>
            <a:spLocks noGrp="1"/>
          </p:cNvSpPr>
          <p:nvPr>
            <p:ph type="body" idx="1"/>
          </p:nvPr>
        </p:nvSpPr>
        <p:spPr bwMode="black">
          <a:xfrm>
            <a:off x="495952" y="3723676"/>
            <a:ext cx="7453993" cy="2677123"/>
          </a:xfrm>
          <a:prstGeom prst="rect">
            <a:avLst/>
          </a:prstGeom>
        </p:spPr>
        <p:txBody>
          <a:bodyPr/>
          <a:lstStyle>
            <a:lvl1pPr marL="0" indent="0">
              <a:buNone/>
              <a:defRPr sz="2400">
                <a:solidFill>
                  <a:srgbClr val="FEFEF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TextBox 6">
            <a:extLst>
              <a:ext uri="{FF2B5EF4-FFF2-40B4-BE49-F238E27FC236}">
                <a16:creationId xmlns:a16="http://schemas.microsoft.com/office/drawing/2014/main" id="{AF4620C8-251F-4C62-9279-A793F3701A0A}"/>
              </a:ext>
            </a:extLst>
          </p:cNvPr>
          <p:cNvSpPr txBox="1"/>
          <p:nvPr userDrawn="1"/>
        </p:nvSpPr>
        <p:spPr>
          <a:xfrm>
            <a:off x="609779" y="6501327"/>
            <a:ext cx="480901" cy="10464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800" kern="100" cap="all" spc="50">
                <a:solidFill>
                  <a:schemeClr val="bg1"/>
                </a:solidFill>
                <a:latin typeface="Arial Narrow" panose="020B0606020202030204" pitchFamily="34" charset="0"/>
                <a:cs typeface="Arial" panose="020B0604020202020204" pitchFamily="34" charset="0"/>
              </a:rPr>
              <a:t>| ©2019 F5</a:t>
            </a:r>
          </a:p>
        </p:txBody>
      </p:sp>
      <p:sp>
        <p:nvSpPr>
          <p:cNvPr id="11" name="TextBox 10">
            <a:extLst>
              <a:ext uri="{FF2B5EF4-FFF2-40B4-BE49-F238E27FC236}">
                <a16:creationId xmlns:a16="http://schemas.microsoft.com/office/drawing/2014/main" id="{254837A8-D7DF-42C3-9CB6-8299ECEBD7F2}"/>
              </a:ext>
            </a:extLst>
          </p:cNvPr>
          <p:cNvSpPr txBox="1"/>
          <p:nvPr userDrawn="1"/>
        </p:nvSpPr>
        <p:spPr>
          <a:xfrm>
            <a:off x="6805" y="6501327"/>
            <a:ext cx="567398" cy="10464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800" kern="100" cap="all" spc="50" smtClean="0">
                <a:solidFill>
                  <a:schemeClr val="bg1"/>
                </a:solidFill>
                <a:latin typeface="Arial Narrow" panose="020B060602020203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800" kern="100" cap="all" spc="50" dirty="0">
              <a:solidFill>
                <a:schemeClr val="bg1"/>
              </a:solidFill>
              <a:latin typeface="Arial Narrow" panose="020B0606020202030204" pitchFamily="34" charset="0"/>
              <a:cs typeface="Arial" panose="020B0604020202020204" pitchFamily="34" charset="0"/>
            </a:endParaRPr>
          </a:p>
        </p:txBody>
      </p:sp>
      <p:grpSp>
        <p:nvGrpSpPr>
          <p:cNvPr id="17" name="Group 22">
            <a:extLst>
              <a:ext uri="{FF2B5EF4-FFF2-40B4-BE49-F238E27FC236}">
                <a16:creationId xmlns:a16="http://schemas.microsoft.com/office/drawing/2014/main" id="{E81C2FB5-A4C5-47F5-8604-A8693D6F2F76}"/>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8" name="Freeform 24">
              <a:extLst>
                <a:ext uri="{FF2B5EF4-FFF2-40B4-BE49-F238E27FC236}">
                  <a16:creationId xmlns:a16="http://schemas.microsoft.com/office/drawing/2014/main" id="{B62E0890-58BF-4B2C-856B-D6D2E94F696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9" name="Freeform 25">
              <a:extLst>
                <a:ext uri="{FF2B5EF4-FFF2-40B4-BE49-F238E27FC236}">
                  <a16:creationId xmlns:a16="http://schemas.microsoft.com/office/drawing/2014/main" id="{5F0ECFCF-334C-4E4C-A25A-7E52C759FC3F}"/>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0" name="Freeform 26">
              <a:extLst>
                <a:ext uri="{FF2B5EF4-FFF2-40B4-BE49-F238E27FC236}">
                  <a16:creationId xmlns:a16="http://schemas.microsoft.com/office/drawing/2014/main" id="{E82DE2C4-EC6C-4CC8-A8E0-096130653314}"/>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1" name="Freeform 27">
              <a:extLst>
                <a:ext uri="{FF2B5EF4-FFF2-40B4-BE49-F238E27FC236}">
                  <a16:creationId xmlns:a16="http://schemas.microsoft.com/office/drawing/2014/main" id="{A66506BB-0716-4E34-AB30-0A9F59D625F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Tree>
    <p:extLst>
      <p:ext uri="{BB962C8B-B14F-4D97-AF65-F5344CB8AC3E}">
        <p14:creationId xmlns:p14="http://schemas.microsoft.com/office/powerpoint/2010/main" val="4547823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Lagoon Blue 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p:ph type="title"/>
          </p:nvPr>
        </p:nvSpPr>
        <p:spPr bwMode="black">
          <a:xfrm>
            <a:off x="495952" y="1943101"/>
            <a:ext cx="7415242" cy="2971799"/>
          </a:xfrm>
          <a:prstGeom prst="rect">
            <a:avLst/>
          </a:prstGeom>
        </p:spPr>
        <p:txBody>
          <a:bodyPr anchor="ctr"/>
          <a:lstStyle>
            <a:lvl1pPr>
              <a:defRPr sz="6000">
                <a:solidFill>
                  <a:srgbClr val="FEFEFE"/>
                </a:solidFill>
              </a:defRPr>
            </a:lvl1pPr>
          </a:lstStyle>
          <a:p>
            <a:r>
              <a:rPr lang="en-US" dirty="0"/>
              <a:t>Click to edit Master title style</a:t>
            </a:r>
          </a:p>
        </p:txBody>
      </p:sp>
      <p:sp>
        <p:nvSpPr>
          <p:cNvPr id="7" name="TextBox 6">
            <a:extLst>
              <a:ext uri="{FF2B5EF4-FFF2-40B4-BE49-F238E27FC236}">
                <a16:creationId xmlns:a16="http://schemas.microsoft.com/office/drawing/2014/main" id="{AF4620C8-251F-4C62-9279-A793F3701A0A}"/>
              </a:ext>
            </a:extLst>
          </p:cNvPr>
          <p:cNvSpPr txBox="1"/>
          <p:nvPr userDrawn="1"/>
        </p:nvSpPr>
        <p:spPr>
          <a:xfrm>
            <a:off x="609779" y="6501327"/>
            <a:ext cx="480901" cy="10464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800" kern="100" cap="all" spc="50" dirty="0">
                <a:solidFill>
                  <a:schemeClr val="bg1"/>
                </a:solidFill>
                <a:latin typeface="Arial Narrow" panose="020B0606020202030204" pitchFamily="34" charset="0"/>
                <a:cs typeface="Arial" panose="020B0604020202020204" pitchFamily="34" charset="0"/>
              </a:rPr>
              <a:t>| ©2019 F5</a:t>
            </a:r>
          </a:p>
        </p:txBody>
      </p:sp>
      <p:sp>
        <p:nvSpPr>
          <p:cNvPr id="11" name="TextBox 10">
            <a:extLst>
              <a:ext uri="{FF2B5EF4-FFF2-40B4-BE49-F238E27FC236}">
                <a16:creationId xmlns:a16="http://schemas.microsoft.com/office/drawing/2014/main" id="{254837A8-D7DF-42C3-9CB6-8299ECEBD7F2}"/>
              </a:ext>
            </a:extLst>
          </p:cNvPr>
          <p:cNvSpPr txBox="1"/>
          <p:nvPr userDrawn="1"/>
        </p:nvSpPr>
        <p:spPr>
          <a:xfrm>
            <a:off x="6805" y="6501327"/>
            <a:ext cx="567398" cy="10464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800" kern="100" cap="all" spc="50" smtClean="0">
                <a:solidFill>
                  <a:schemeClr val="bg1"/>
                </a:solidFill>
                <a:latin typeface="Arial Narrow" panose="020B060602020203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800" kern="100" cap="all" spc="50" dirty="0">
              <a:solidFill>
                <a:schemeClr val="bg1"/>
              </a:solidFill>
              <a:latin typeface="Arial Narrow" panose="020B0606020202030204" pitchFamily="34" charset="0"/>
              <a:cs typeface="Arial" panose="020B0604020202020204" pitchFamily="34" charset="0"/>
            </a:endParaRPr>
          </a:p>
        </p:txBody>
      </p:sp>
      <p:grpSp>
        <p:nvGrpSpPr>
          <p:cNvPr id="17" name="Group 22">
            <a:extLst>
              <a:ext uri="{FF2B5EF4-FFF2-40B4-BE49-F238E27FC236}">
                <a16:creationId xmlns:a16="http://schemas.microsoft.com/office/drawing/2014/main" id="{E81C2FB5-A4C5-47F5-8604-A8693D6F2F76}"/>
              </a:ext>
            </a:extLst>
          </p:cNvPr>
          <p:cNvGrpSpPr>
            <a:grpSpLocks noChangeAspect="1"/>
          </p:cNvGrpSpPr>
          <p:nvPr userDrawn="1"/>
        </p:nvGrpSpPr>
        <p:grpSpPr bwMode="auto">
          <a:xfrm>
            <a:off x="11489503" y="6431001"/>
            <a:ext cx="245297" cy="245297"/>
            <a:chOff x="5266" y="0"/>
            <a:chExt cx="733" cy="733"/>
          </a:xfrm>
          <a:solidFill>
            <a:schemeClr val="bg1"/>
          </a:solidFill>
        </p:grpSpPr>
        <p:sp>
          <p:nvSpPr>
            <p:cNvPr id="18" name="Freeform 24">
              <a:extLst>
                <a:ext uri="{FF2B5EF4-FFF2-40B4-BE49-F238E27FC236}">
                  <a16:creationId xmlns:a16="http://schemas.microsoft.com/office/drawing/2014/main" id="{B62E0890-58BF-4B2C-856B-D6D2E94F6960}"/>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19" name="Freeform 25">
              <a:extLst>
                <a:ext uri="{FF2B5EF4-FFF2-40B4-BE49-F238E27FC236}">
                  <a16:creationId xmlns:a16="http://schemas.microsoft.com/office/drawing/2014/main" id="{5F0ECFCF-334C-4E4C-A25A-7E52C759FC3F}"/>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0" name="Freeform 26">
              <a:extLst>
                <a:ext uri="{FF2B5EF4-FFF2-40B4-BE49-F238E27FC236}">
                  <a16:creationId xmlns:a16="http://schemas.microsoft.com/office/drawing/2014/main" id="{E82DE2C4-EC6C-4CC8-A8E0-096130653314}"/>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sp>
          <p:nvSpPr>
            <p:cNvPr id="21" name="Freeform 27">
              <a:extLst>
                <a:ext uri="{FF2B5EF4-FFF2-40B4-BE49-F238E27FC236}">
                  <a16:creationId xmlns:a16="http://schemas.microsoft.com/office/drawing/2014/main" id="{A66506BB-0716-4E34-AB30-0A9F59D625FE}"/>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73737"/>
                </a:solidFill>
                <a:effectLst/>
                <a:uLnTx/>
                <a:uFillTx/>
                <a:latin typeface="Arial Narrow"/>
                <a:ea typeface="+mn-ea"/>
                <a:cs typeface="+mn-cs"/>
              </a:endParaRPr>
            </a:p>
          </p:txBody>
        </p:sp>
      </p:grpSp>
      <p:sp>
        <p:nvSpPr>
          <p:cNvPr id="13" name="Text Placeholder 2">
            <a:extLst>
              <a:ext uri="{FF2B5EF4-FFF2-40B4-BE49-F238E27FC236}">
                <a16:creationId xmlns:a16="http://schemas.microsoft.com/office/drawing/2014/main" id="{67E08A2D-0DB6-4F18-9655-DEE6026EA71B}"/>
              </a:ext>
            </a:extLst>
          </p:cNvPr>
          <p:cNvSpPr>
            <a:spLocks noGrp="1"/>
          </p:cNvSpPr>
          <p:nvPr>
            <p:ph type="body" idx="1"/>
          </p:nvPr>
        </p:nvSpPr>
        <p:spPr bwMode="black">
          <a:xfrm>
            <a:off x="495952" y="3723676"/>
            <a:ext cx="7453993" cy="2677123"/>
          </a:xfrm>
          <a:prstGeom prst="rect">
            <a:avLst/>
          </a:prstGeom>
        </p:spPr>
        <p:txBody>
          <a:bodyPr/>
          <a:lstStyle>
            <a:lvl1pPr marL="0" indent="0">
              <a:buNone/>
              <a:defRPr sz="2400">
                <a:solidFill>
                  <a:srgbClr val="FEFEF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044183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Graphic">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181C7A-5486-47B5-A535-32617B35F733}"/>
              </a:ext>
            </a:extLst>
          </p:cNvPr>
          <p:cNvPicPr>
            <a:picLocks noChangeAspect="1"/>
          </p:cNvPicPr>
          <p:nvPr userDrawn="1"/>
        </p:nvPicPr>
        <p:blipFill>
          <a:blip r:embed="rId2"/>
          <a:stretch>
            <a:fillRect/>
          </a:stretch>
        </p:blipFill>
        <p:spPr>
          <a:xfrm>
            <a:off x="4381500" y="0"/>
            <a:ext cx="7810500" cy="6858000"/>
          </a:xfrm>
          <a:prstGeom prst="rect">
            <a:avLst/>
          </a:prstGeom>
        </p:spPr>
      </p:pic>
      <p:sp>
        <p:nvSpPr>
          <p:cNvPr id="5" name="Content Placeholder 2">
            <a:extLst>
              <a:ext uri="{FF2B5EF4-FFF2-40B4-BE49-F238E27FC236}">
                <a16:creationId xmlns:a16="http://schemas.microsoft.com/office/drawing/2014/main" id="{DD492648-0C10-4808-9929-85C47F7533C1}"/>
              </a:ext>
            </a:extLst>
          </p:cNvPr>
          <p:cNvSpPr>
            <a:spLocks noGrp="1"/>
          </p:cNvSpPr>
          <p:nvPr>
            <p:ph idx="1"/>
          </p:nvPr>
        </p:nvSpPr>
        <p:spPr>
          <a:xfrm>
            <a:off x="457199" y="1371600"/>
            <a:ext cx="11274551" cy="5052459"/>
          </a:xfrm>
          <a:prstGeom prst="rect">
            <a:avLst/>
          </a:prstGeom>
        </p:spPr>
        <p:txBody>
          <a:bodyPr/>
          <a:lstStyle>
            <a:lvl3pPr>
              <a:defRPr sz="1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ED4BDC0E-32B6-4801-BA9F-1CD4D079AA79}"/>
              </a:ext>
            </a:extLst>
          </p:cNvPr>
          <p:cNvSpPr>
            <a:spLocks noGrp="1"/>
          </p:cNvSpPr>
          <p:nvPr>
            <p:ph type="title"/>
          </p:nvPr>
        </p:nvSpPr>
        <p:spPr>
          <a:xfrm>
            <a:off x="457200" y="457200"/>
            <a:ext cx="11274552" cy="753995"/>
          </a:xfrm>
        </p:spPr>
        <p:txBody>
          <a:bodyPr/>
          <a:lstStyle/>
          <a:p>
            <a:r>
              <a:rPr lang="en-US"/>
              <a:t>Click to edit Master title style</a:t>
            </a:r>
          </a:p>
        </p:txBody>
      </p:sp>
    </p:spTree>
    <p:extLst>
      <p:ext uri="{BB962C8B-B14F-4D97-AF65-F5344CB8AC3E}">
        <p14:creationId xmlns:p14="http://schemas.microsoft.com/office/powerpoint/2010/main" val="207333297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8F7B00-A1EE-4831-8F60-6471A75DD9C0}"/>
              </a:ext>
            </a:extLst>
          </p:cNvPr>
          <p:cNvSpPr>
            <a:spLocks noGrp="1"/>
          </p:cNvSpPr>
          <p:nvPr>
            <p:ph type="title"/>
          </p:nvPr>
        </p:nvSpPr>
        <p:spPr/>
        <p:txBody>
          <a:bodyPr/>
          <a:lstStyle/>
          <a:p>
            <a:r>
              <a:rPr lang="en-US"/>
              <a:t>Click to edit Master title style</a:t>
            </a:r>
          </a:p>
        </p:txBody>
      </p:sp>
      <p:sp>
        <p:nvSpPr>
          <p:cNvPr id="8" name="Text Placeholder 2">
            <a:extLst>
              <a:ext uri="{FF2B5EF4-FFF2-40B4-BE49-F238E27FC236}">
                <a16:creationId xmlns:a16="http://schemas.microsoft.com/office/drawing/2014/main" id="{41CD5B21-36C5-4BA8-BCC4-6D11C54DE224}"/>
              </a:ext>
            </a:extLst>
          </p:cNvPr>
          <p:cNvSpPr>
            <a:spLocks noGrp="1"/>
          </p:cNvSpPr>
          <p:nvPr>
            <p:ph type="body" idx="13"/>
          </p:nvPr>
        </p:nvSpPr>
        <p:spPr>
          <a:xfrm>
            <a:off x="457200" y="1256758"/>
            <a:ext cx="11274552" cy="246221"/>
          </a:xfrm>
          <a:prstGeom prst="rect">
            <a:avLst/>
          </a:prstGeom>
        </p:spPr>
        <p:txBody>
          <a:bodyPr wrap="square" lIns="0" anchor="t">
            <a:spAutoFit/>
          </a:bodyPr>
          <a:lstStyle>
            <a:lvl1pPr marL="0" indent="0">
              <a:lnSpc>
                <a:spcPct val="100000"/>
              </a:lnSpc>
              <a:spcBef>
                <a:spcPts val="0"/>
              </a:spcBef>
              <a:buNone/>
              <a:defRPr sz="1600" b="1" cap="all" spc="50" baseline="0">
                <a:solidFill>
                  <a:srgbClr val="7D7D7D"/>
                </a:solidFill>
                <a:latin typeface="Arial Narrow" panose="020B0606020202030204" pitchFamily="34" charset="0"/>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946572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Lagoon Blue End Slide">
    <p:bg>
      <p:bgPr>
        <a:solidFill>
          <a:schemeClr val="accent1"/>
        </a:solidFill>
        <a:effectLst/>
      </p:bgPr>
    </p:bg>
    <p:spTree>
      <p:nvGrpSpPr>
        <p:cNvPr id="1" name=""/>
        <p:cNvGrpSpPr/>
        <p:nvPr/>
      </p:nvGrpSpPr>
      <p:grpSpPr>
        <a:xfrm>
          <a:off x="0" y="0"/>
          <a:ext cx="0" cy="0"/>
          <a:chOff x="0" y="0"/>
          <a:chExt cx="0" cy="0"/>
        </a:xfrm>
      </p:grpSpPr>
      <p:grpSp>
        <p:nvGrpSpPr>
          <p:cNvPr id="24" name="Group 22">
            <a:extLst>
              <a:ext uri="{FF2B5EF4-FFF2-40B4-BE49-F238E27FC236}">
                <a16:creationId xmlns:a16="http://schemas.microsoft.com/office/drawing/2014/main" id="{28E4689E-066C-40CE-964D-BA4EBB3542C4}"/>
              </a:ext>
            </a:extLst>
          </p:cNvPr>
          <p:cNvGrpSpPr>
            <a:grpSpLocks noChangeAspect="1"/>
          </p:cNvGrpSpPr>
          <p:nvPr userDrawn="1"/>
        </p:nvGrpSpPr>
        <p:grpSpPr bwMode="auto">
          <a:xfrm>
            <a:off x="4868424" y="2102144"/>
            <a:ext cx="2433289" cy="2433289"/>
            <a:chOff x="5266" y="0"/>
            <a:chExt cx="733" cy="733"/>
          </a:xfrm>
        </p:grpSpPr>
        <p:sp>
          <p:nvSpPr>
            <p:cNvPr id="26" name="Freeform 24">
              <a:extLst>
                <a:ext uri="{FF2B5EF4-FFF2-40B4-BE49-F238E27FC236}">
                  <a16:creationId xmlns:a16="http://schemas.microsoft.com/office/drawing/2014/main" id="{B9AF8A63-6FFF-4C2F-883E-76FDE7D496AC}"/>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5">
              <a:extLst>
                <a:ext uri="{FF2B5EF4-FFF2-40B4-BE49-F238E27FC236}">
                  <a16:creationId xmlns:a16="http://schemas.microsoft.com/office/drawing/2014/main" id="{0B34BBF5-94F1-4633-93DF-D1C74D7E8055}"/>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6">
              <a:extLst>
                <a:ext uri="{FF2B5EF4-FFF2-40B4-BE49-F238E27FC236}">
                  <a16:creationId xmlns:a16="http://schemas.microsoft.com/office/drawing/2014/main" id="{3502C15E-FAB7-48E2-B3CD-297CE138C9F0}"/>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7">
              <a:extLst>
                <a:ext uri="{FF2B5EF4-FFF2-40B4-BE49-F238E27FC236}">
                  <a16:creationId xmlns:a16="http://schemas.microsoft.com/office/drawing/2014/main" id="{4D5AA12F-9D7D-47DC-9513-EA313EC1362A}"/>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8310158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9411D-BC96-4E78-BA86-AE555DEC231E}"/>
              </a:ext>
            </a:extLst>
          </p:cNvPr>
          <p:cNvSpPr>
            <a:spLocks noGrp="1"/>
          </p:cNvSpPr>
          <p:nvPr>
            <p:ph type="title"/>
          </p:nvPr>
        </p:nvSpPr>
        <p:spPr bwMode="gray">
          <a:xfrm>
            <a:off x="457200" y="457200"/>
            <a:ext cx="11274552" cy="753995"/>
          </a:xfrm>
          <a:prstGeom prst="rect">
            <a:avLst/>
          </a:prstGeom>
        </p:spPr>
        <p:txBody>
          <a:bodyPr vert="horz" lIns="0" tIns="0" rIns="0" bIns="0" rtlCol="0" anchor="t">
            <a:no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8C7A8562-B6C4-4F72-9A77-9CE22CA5E603}"/>
              </a:ext>
            </a:extLst>
          </p:cNvPr>
          <p:cNvSpPr txBox="1"/>
          <p:nvPr userDrawn="1"/>
        </p:nvSpPr>
        <p:spPr>
          <a:xfrm>
            <a:off x="681343" y="6501327"/>
            <a:ext cx="730016" cy="9810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dirty="0">
                <a:solidFill>
                  <a:schemeClr val="tx1"/>
                </a:solidFill>
                <a:latin typeface="Arial" panose="020B0604020202020204" pitchFamily="34" charset="0"/>
                <a:cs typeface="Arial" panose="020B0604020202020204" pitchFamily="34" charset="0"/>
              </a:rPr>
              <a:t>©</a:t>
            </a:r>
            <a:r>
              <a:rPr lang="en-US" sz="750" kern="100" cap="all" spc="20" baseline="0" dirty="0">
                <a:solidFill>
                  <a:schemeClr val="tx1"/>
                </a:solidFill>
                <a:latin typeface="Arial" panose="020B0604020202020204" pitchFamily="34" charset="0"/>
                <a:cs typeface="Arial" panose="020B0604020202020204" pitchFamily="34" charset="0"/>
              </a:rPr>
              <a:t>2022 F5</a:t>
            </a:r>
          </a:p>
        </p:txBody>
      </p:sp>
      <p:sp>
        <p:nvSpPr>
          <p:cNvPr id="8" name="TextBox 7">
            <a:extLst>
              <a:ext uri="{FF2B5EF4-FFF2-40B4-BE49-F238E27FC236}">
                <a16:creationId xmlns:a16="http://schemas.microsoft.com/office/drawing/2014/main" id="{7CFC7C42-B2DD-4FEE-B3DC-79EBB56C4AAB}"/>
              </a:ext>
            </a:extLst>
          </p:cNvPr>
          <p:cNvSpPr txBox="1"/>
          <p:nvPr userDrawn="1"/>
        </p:nvSpPr>
        <p:spPr>
          <a:xfrm>
            <a:off x="6805" y="6501327"/>
            <a:ext cx="567398" cy="9810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1" kern="100" cap="all" spc="50" smtClean="0">
                <a:solidFill>
                  <a:schemeClr val="tx1"/>
                </a:solidFill>
                <a:latin typeface="Arial" panose="020B0604020202020204" pitchFamily="34" charset="0"/>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1" kern="100" cap="all" spc="50" dirty="0">
              <a:solidFill>
                <a:schemeClr val="tx1"/>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BE37C78E-8007-4F21-9F40-137DE0E5301D}"/>
              </a:ext>
            </a:extLst>
          </p:cNvPr>
          <p:cNvSpPr>
            <a:spLocks noGrp="1"/>
          </p:cNvSpPr>
          <p:nvPr>
            <p:ph type="body" idx="1"/>
          </p:nvPr>
        </p:nvSpPr>
        <p:spPr>
          <a:xfrm>
            <a:off x="457200" y="1968499"/>
            <a:ext cx="11274552" cy="4311651"/>
          </a:xfrm>
          <a:prstGeom prst="rect">
            <a:avLst/>
          </a:prstGeom>
        </p:spPr>
        <p:txBody>
          <a:bodyPr vert="horz" lIns="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9" name="Group 8">
            <a:extLst>
              <a:ext uri="{FF2B5EF4-FFF2-40B4-BE49-F238E27FC236}">
                <a16:creationId xmlns:a16="http://schemas.microsoft.com/office/drawing/2014/main" id="{0EE6AABD-6768-4E29-97E7-A4E42A7DD76C}"/>
              </a:ext>
            </a:extLst>
          </p:cNvPr>
          <p:cNvGrpSpPr/>
          <p:nvPr userDrawn="1"/>
        </p:nvGrpSpPr>
        <p:grpSpPr>
          <a:xfrm>
            <a:off x="0" y="0"/>
            <a:ext cx="12192000" cy="91440"/>
            <a:chOff x="0" y="6766560"/>
            <a:chExt cx="12192000" cy="91440"/>
          </a:xfrm>
        </p:grpSpPr>
        <p:sp>
          <p:nvSpPr>
            <p:cNvPr id="10" name="Rectangle 9">
              <a:extLst>
                <a:ext uri="{FF2B5EF4-FFF2-40B4-BE49-F238E27FC236}">
                  <a16:creationId xmlns:a16="http://schemas.microsoft.com/office/drawing/2014/main" id="{F2D15244-30C2-4F87-878E-ABBECA3DC5BF}"/>
                </a:ext>
              </a:extLst>
            </p:cNvPr>
            <p:cNvSpPr/>
            <p:nvPr/>
          </p:nvSpPr>
          <p:spPr>
            <a:xfrm>
              <a:off x="0" y="6766560"/>
              <a:ext cx="5050302" cy="91440"/>
            </a:xfrm>
            <a:prstGeom prst="rect">
              <a:avLst/>
            </a:prstGeom>
            <a:solidFill>
              <a:srgbClr val="F5C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2" name="Rectangle 11">
              <a:extLst>
                <a:ext uri="{FF2B5EF4-FFF2-40B4-BE49-F238E27FC236}">
                  <a16:creationId xmlns:a16="http://schemas.microsoft.com/office/drawing/2014/main" id="{122CBB79-3E25-4805-BA35-71C18D8C1807}"/>
                </a:ext>
              </a:extLst>
            </p:cNvPr>
            <p:cNvSpPr/>
            <p:nvPr userDrawn="1"/>
          </p:nvSpPr>
          <p:spPr>
            <a:xfrm>
              <a:off x="4889500" y="6766560"/>
              <a:ext cx="1157261" cy="9144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3" name="Rectangle 12">
              <a:extLst>
                <a:ext uri="{FF2B5EF4-FFF2-40B4-BE49-F238E27FC236}">
                  <a16:creationId xmlns:a16="http://schemas.microsoft.com/office/drawing/2014/main" id="{CF128E2A-103D-410E-AF80-5226B34FAC05}"/>
                </a:ext>
              </a:extLst>
            </p:cNvPr>
            <p:cNvSpPr/>
            <p:nvPr/>
          </p:nvSpPr>
          <p:spPr>
            <a:xfrm>
              <a:off x="5954712" y="6766560"/>
              <a:ext cx="2260819" cy="91440"/>
            </a:xfrm>
            <a:prstGeom prst="rect">
              <a:avLst/>
            </a:prstGeom>
            <a:solidFill>
              <a:srgbClr val="F37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4" name="Rectangle 13">
              <a:extLst>
                <a:ext uri="{FF2B5EF4-FFF2-40B4-BE49-F238E27FC236}">
                  <a16:creationId xmlns:a16="http://schemas.microsoft.com/office/drawing/2014/main" id="{E275072D-6FCA-46E0-A146-5B484B5DDC31}"/>
                </a:ext>
              </a:extLst>
            </p:cNvPr>
            <p:cNvSpPr/>
            <p:nvPr/>
          </p:nvSpPr>
          <p:spPr>
            <a:xfrm>
              <a:off x="8032750" y="6766560"/>
              <a:ext cx="2178050" cy="91440"/>
            </a:xfrm>
            <a:prstGeom prst="rect">
              <a:avLst/>
            </a:prstGeom>
            <a:solidFill>
              <a:srgbClr val="1D9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5" name="Rectangle 14">
              <a:extLst>
                <a:ext uri="{FF2B5EF4-FFF2-40B4-BE49-F238E27FC236}">
                  <a16:creationId xmlns:a16="http://schemas.microsoft.com/office/drawing/2014/main" id="{3DF95FA1-F9F1-463D-98DC-E760DEB4ECDB}"/>
                </a:ext>
              </a:extLst>
            </p:cNvPr>
            <p:cNvSpPr/>
            <p:nvPr/>
          </p:nvSpPr>
          <p:spPr>
            <a:xfrm>
              <a:off x="10113963" y="6766560"/>
              <a:ext cx="2078037" cy="91440"/>
            </a:xfrm>
            <a:prstGeom prst="rect">
              <a:avLst/>
            </a:prstGeom>
            <a:solidFill>
              <a:srgbClr val="0C5C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grpSp>
      <p:pic>
        <p:nvPicPr>
          <p:cNvPr id="6" name="updated logo" descr="Logo&#10;&#10;Description automatically generated">
            <a:extLst>
              <a:ext uri="{FF2B5EF4-FFF2-40B4-BE49-F238E27FC236}">
                <a16:creationId xmlns:a16="http://schemas.microsoft.com/office/drawing/2014/main" id="{8F3372F7-7243-4131-A7BF-D616085D6533}"/>
              </a:ext>
            </a:extLst>
          </p:cNvPr>
          <p:cNvPicPr>
            <a:picLocks noChangeAspect="1"/>
          </p:cNvPicPr>
          <p:nvPr userDrawn="1"/>
        </p:nvPicPr>
        <p:blipFill>
          <a:blip r:embed="rId57"/>
          <a:stretch>
            <a:fillRect/>
          </a:stretch>
        </p:blipFill>
        <p:spPr>
          <a:xfrm>
            <a:off x="11489503" y="6431000"/>
            <a:ext cx="246888" cy="246888"/>
          </a:xfrm>
          <a:prstGeom prst="rect">
            <a:avLst/>
          </a:prstGeom>
        </p:spPr>
      </p:pic>
      <p:sp>
        <p:nvSpPr>
          <p:cNvPr id="16" name="Footer Placeholder 10">
            <a:extLst>
              <a:ext uri="{FF2B5EF4-FFF2-40B4-BE49-F238E27FC236}">
                <a16:creationId xmlns:a16="http://schemas.microsoft.com/office/drawing/2014/main" id="{B5FDD3E2-DB49-4FE9-8962-005CDC21E2C8}"/>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1pPr marL="0" algn="l" defTabSz="914400"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dirty="0"/>
          </a:p>
        </p:txBody>
      </p:sp>
    </p:spTree>
    <p:extLst>
      <p:ext uri="{BB962C8B-B14F-4D97-AF65-F5344CB8AC3E}">
        <p14:creationId xmlns:p14="http://schemas.microsoft.com/office/powerpoint/2010/main" val="2687004505"/>
      </p:ext>
    </p:extLst>
  </p:cSld>
  <p:clrMap bg1="lt1" tx1="dk1" bg2="lt2" tx2="dk2" accent1="accent1" accent2="accent2" accent3="accent3" accent4="accent4" accent5="accent5" accent6="accent6" hlink="hlink" folHlink="folHlink"/>
  <p:sldLayoutIdLst>
    <p:sldLayoutId id="2147483691" r:id="rId1"/>
    <p:sldLayoutId id="2147483727" r:id="rId2"/>
    <p:sldLayoutId id="2147483748" r:id="rId3"/>
    <p:sldLayoutId id="2147483699" r:id="rId4"/>
    <p:sldLayoutId id="2147483729" r:id="rId5"/>
    <p:sldLayoutId id="2147483732" r:id="rId6"/>
    <p:sldLayoutId id="2147483736" r:id="rId7"/>
    <p:sldLayoutId id="2147483739" r:id="rId8"/>
    <p:sldLayoutId id="2147483742" r:id="rId9"/>
    <p:sldLayoutId id="2147483687" r:id="rId10"/>
    <p:sldLayoutId id="2147483700" r:id="rId11"/>
    <p:sldLayoutId id="2147483652" r:id="rId12"/>
    <p:sldLayoutId id="2147483733" r:id="rId13"/>
    <p:sldLayoutId id="2147483658" r:id="rId14"/>
    <p:sldLayoutId id="2147483661" r:id="rId15"/>
    <p:sldLayoutId id="2147483659" r:id="rId16"/>
    <p:sldLayoutId id="2147483745" r:id="rId17"/>
    <p:sldLayoutId id="2147483701" r:id="rId18"/>
    <p:sldLayoutId id="2147483730" r:id="rId19"/>
    <p:sldLayoutId id="2147483734" r:id="rId20"/>
    <p:sldLayoutId id="2147483737" r:id="rId21"/>
    <p:sldLayoutId id="2147483740" r:id="rId22"/>
    <p:sldLayoutId id="2147483743" r:id="rId23"/>
    <p:sldLayoutId id="2147483746" r:id="rId24"/>
    <p:sldLayoutId id="2147483702" r:id="rId25"/>
    <p:sldLayoutId id="2147483731" r:id="rId26"/>
    <p:sldLayoutId id="2147483735" r:id="rId27"/>
    <p:sldLayoutId id="2147483738" r:id="rId28"/>
    <p:sldLayoutId id="2147483741" r:id="rId29"/>
    <p:sldLayoutId id="2147483744" r:id="rId30"/>
    <p:sldLayoutId id="2147483747" r:id="rId31"/>
    <p:sldLayoutId id="2147483655" r:id="rId32"/>
    <p:sldLayoutId id="2147483706" r:id="rId33"/>
    <p:sldLayoutId id="2147483724" r:id="rId34"/>
    <p:sldLayoutId id="2147483725" r:id="rId35"/>
    <p:sldLayoutId id="2147483749" r:id="rId36"/>
    <p:sldLayoutId id="2147483750" r:id="rId37"/>
    <p:sldLayoutId id="2147483665" r:id="rId38"/>
    <p:sldLayoutId id="2147483703" r:id="rId39"/>
    <p:sldLayoutId id="2147483705" r:id="rId40"/>
    <p:sldLayoutId id="2147483662" r:id="rId41"/>
    <p:sldLayoutId id="2147483663" r:id="rId42"/>
    <p:sldLayoutId id="2147483668" r:id="rId43"/>
    <p:sldLayoutId id="2147483689" r:id="rId44"/>
    <p:sldLayoutId id="2147483690" r:id="rId45"/>
    <p:sldLayoutId id="2147483671" r:id="rId46"/>
    <p:sldLayoutId id="2147483666" r:id="rId47"/>
    <p:sldLayoutId id="2147483681" r:id="rId48"/>
    <p:sldLayoutId id="2147483752" r:id="rId49"/>
    <p:sldLayoutId id="2147483754" r:id="rId50"/>
    <p:sldLayoutId id="2147483755" r:id="rId51"/>
    <p:sldLayoutId id="2147483756" r:id="rId52"/>
    <p:sldLayoutId id="2147483757" r:id="rId53"/>
    <p:sldLayoutId id="2147483758" r:id="rId54"/>
    <p:sldLayoutId id="2147483759" r:id="rId5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85000"/>
        </a:lnSpc>
        <a:spcBef>
          <a:spcPct val="0"/>
        </a:spcBef>
        <a:buNone/>
        <a:defRPr sz="3200" b="1" kern="100" spc="-130" baseline="0">
          <a:solidFill>
            <a:schemeClr val="tx1"/>
          </a:solidFill>
          <a:latin typeface="+mj-lt"/>
          <a:ea typeface="+mj-ea"/>
          <a:cs typeface="+mj-cs"/>
        </a:defRPr>
      </a:lvl1pPr>
    </p:titleStyle>
    <p:bodyStyle>
      <a:lvl1pPr marL="171450" indent="-171450" algn="l" defTabSz="914400" rtl="0" eaLnBrk="1" latinLnBrk="0" hangingPunct="1">
        <a:lnSpc>
          <a:spcPct val="114000"/>
        </a:lnSpc>
        <a:spcBef>
          <a:spcPts val="900"/>
        </a:spcBef>
        <a:buFont typeface="Arial" panose="020B0604020202020204" pitchFamily="34" charset="0"/>
        <a:buChar char="•"/>
        <a:defRPr lang="en-US" sz="1600" kern="1200" spc="-20" dirty="0" smtClean="0">
          <a:solidFill>
            <a:schemeClr val="tx1"/>
          </a:solidFill>
          <a:latin typeface="Arial" panose="020B0604020202020204" pitchFamily="34" charset="0"/>
          <a:ea typeface="+mn-ea"/>
          <a:cs typeface="Arial" panose="020B0604020202020204" pitchFamily="34" charset="0"/>
        </a:defRPr>
      </a:lvl1pPr>
      <a:lvl2pPr marL="400050" indent="-171450" algn="l" defTabSz="914400" rtl="0" eaLnBrk="1" latinLnBrk="0" hangingPunct="1">
        <a:lnSpc>
          <a:spcPct val="114000"/>
        </a:lnSpc>
        <a:spcBef>
          <a:spcPts val="900"/>
        </a:spcBef>
        <a:buFont typeface="Arial" panose="020B0604020202020204" pitchFamily="34" charset="0"/>
        <a:buChar char="•"/>
        <a:defRPr lang="en-US" sz="1600" kern="1200" spc="-20" dirty="0" smtClean="0">
          <a:solidFill>
            <a:schemeClr val="tx1"/>
          </a:solidFill>
          <a:latin typeface="Arial" panose="020B0604020202020204" pitchFamily="34" charset="0"/>
          <a:ea typeface="+mn-ea"/>
          <a:cs typeface="Arial" panose="020B0604020202020204" pitchFamily="34" charset="0"/>
        </a:defRPr>
      </a:lvl2pPr>
      <a:lvl3pPr marL="628650" indent="-171450" algn="l" defTabSz="914400" rtl="0" eaLnBrk="1" latinLnBrk="0" hangingPunct="1">
        <a:lnSpc>
          <a:spcPct val="114000"/>
        </a:lnSpc>
        <a:spcBef>
          <a:spcPts val="900"/>
        </a:spcBef>
        <a:spcAft>
          <a:spcPts val="0"/>
        </a:spcAft>
        <a:buFont typeface="Arial" panose="020B0604020202020204" pitchFamily="34" charset="0"/>
        <a:buChar char="•"/>
        <a:defRPr lang="en-US" sz="1600" kern="1200" spc="-20" dirty="0" smtClean="0">
          <a:solidFill>
            <a:schemeClr val="tx1"/>
          </a:solidFill>
          <a:latin typeface="Arial" panose="020B0604020202020204" pitchFamily="34" charset="0"/>
          <a:ea typeface="+mn-ea"/>
          <a:cs typeface="Arial" panose="020B0604020202020204" pitchFamily="34" charset="0"/>
        </a:defRPr>
      </a:lvl3pPr>
      <a:lvl4pPr marL="857250" indent="-171450" algn="l" defTabSz="914400" rtl="0" eaLnBrk="1" latinLnBrk="0" hangingPunct="1">
        <a:lnSpc>
          <a:spcPct val="114000"/>
        </a:lnSpc>
        <a:spcBef>
          <a:spcPts val="900"/>
        </a:spcBef>
        <a:spcAft>
          <a:spcPts val="0"/>
        </a:spcAft>
        <a:buFont typeface="Arial" panose="020B0604020202020204" pitchFamily="34" charset="0"/>
        <a:buChar char="•"/>
        <a:defRPr lang="en-US" sz="1600" kern="1200" spc="-20" dirty="0">
          <a:solidFill>
            <a:schemeClr val="tx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90000"/>
        </a:lnSpc>
        <a:spcBef>
          <a:spcPts val="1200"/>
        </a:spcBef>
        <a:spcAft>
          <a:spcPts val="400"/>
        </a:spcAft>
        <a:buFont typeface="Arial" panose="020B0604020202020204" pitchFamily="34" charset="0"/>
        <a:buChar char="​"/>
        <a:defRPr sz="1600" b="1" kern="100" cap="none" spc="0" baseline="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0"/>
        </a:spcBef>
        <a:spcAft>
          <a:spcPts val="600"/>
        </a:spcAft>
        <a:buFont typeface="Arial" panose="020B0604020202020204" pitchFamily="34" charset="0"/>
        <a:buChar char="​"/>
        <a:defRPr sz="1400" b="1" kern="100" cap="all" spc="50" baseline="0">
          <a:solidFill>
            <a:schemeClr val="accent1"/>
          </a:solidFill>
          <a:latin typeface="Arial Narrow" panose="020B0606020202030204" pitchFamily="34" charset="0"/>
          <a:ea typeface="+mn-ea"/>
          <a:cs typeface="Arial" panose="020B0604020202020204" pitchFamily="34" charset="0"/>
        </a:defRPr>
      </a:lvl6pPr>
      <a:lvl7pPr marL="0" indent="0" algn="l" defTabSz="914400" rtl="0" eaLnBrk="1" latinLnBrk="0" hangingPunct="1">
        <a:lnSpc>
          <a:spcPct val="120000"/>
        </a:lnSpc>
        <a:spcBef>
          <a:spcPts val="600"/>
        </a:spcBef>
        <a:spcAft>
          <a:spcPts val="600"/>
        </a:spcAft>
        <a:buFont typeface="Arial" panose="020B0604020202020204" pitchFamily="34" charset="0"/>
        <a:buChar char="​"/>
        <a:defRPr sz="1400" kern="100" spc="0">
          <a:solidFill>
            <a:schemeClr val="tx1"/>
          </a:solidFill>
          <a:latin typeface="Arial" panose="020B0604020202020204" pitchFamily="34" charset="0"/>
          <a:ea typeface="+mn-ea"/>
          <a:cs typeface="Arial" panose="020B0604020202020204" pitchFamily="34" charset="0"/>
        </a:defRPr>
      </a:lvl7pPr>
      <a:lvl8pPr marL="171450" indent="-171450" algn="l" defTabSz="914400" rtl="0" eaLnBrk="1" latinLnBrk="0" hangingPunct="1">
        <a:lnSpc>
          <a:spcPct val="90000"/>
        </a:lnSpc>
        <a:spcBef>
          <a:spcPts val="600"/>
        </a:spcBef>
        <a:spcAft>
          <a:spcPts val="200"/>
        </a:spcAft>
        <a:buFont typeface="Arial" panose="020B0604020202020204" pitchFamily="34" charset="0"/>
        <a:buChar char="•"/>
        <a:defRPr sz="1400" kern="100" spc="0">
          <a:solidFill>
            <a:schemeClr val="tx1"/>
          </a:solidFill>
          <a:latin typeface="Arial" panose="020B0604020202020204" pitchFamily="34" charset="0"/>
          <a:ea typeface="+mn-ea"/>
          <a:cs typeface="Arial" panose="020B0604020202020204" pitchFamily="34" charset="0"/>
        </a:defRPr>
      </a:lvl8pPr>
      <a:lvl9pPr marL="342900" indent="-171450" algn="l" defTabSz="914400" rtl="0" eaLnBrk="1" latinLnBrk="0" hangingPunct="1">
        <a:lnSpc>
          <a:spcPct val="90000"/>
        </a:lnSpc>
        <a:spcBef>
          <a:spcPts val="600"/>
        </a:spcBef>
        <a:spcAft>
          <a:spcPts val="400"/>
        </a:spcAft>
        <a:buFont typeface="Arial" panose="020B0604020202020204" pitchFamily="34" charset="0"/>
        <a:buChar char="−"/>
        <a:defRPr sz="1200" kern="100" spc="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3960" userDrawn="1">
          <p15:clr>
            <a:srgbClr val="F26B43"/>
          </p15:clr>
        </p15:guide>
        <p15:guide id="4" orient="horz" pos="288" userDrawn="1">
          <p15:clr>
            <a:srgbClr val="F26B43"/>
          </p15:clr>
        </p15:guide>
        <p15:guide id="5" orient="horz" pos="1248" userDrawn="1">
          <p15:clr>
            <a:srgbClr val="F26B43"/>
          </p15:clr>
        </p15:guide>
        <p15:guide id="6" pos="288" userDrawn="1">
          <p15:clr>
            <a:srgbClr val="F26B43"/>
          </p15:clr>
        </p15:guide>
        <p15:guide id="7" pos="739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echdocs.f5.com/en-us/bigip-14-1-0/big-ip-tmos-routing-administration-14-1-0.html" TargetMode="External"/><Relationship Id="rId2" Type="http://schemas.openxmlformats.org/officeDocument/2006/relationships/hyperlink" Target="https://techdocs.f5.com/en-us/bigip-14-1-0/big-ip-local-traffic-management-basics-14-1-0.html" TargetMode="External"/><Relationship Id="rId1" Type="http://schemas.openxmlformats.org/officeDocument/2006/relationships/slideLayout" Target="../slideLayouts/slideLayout50.xml"/><Relationship Id="rId4" Type="http://schemas.openxmlformats.org/officeDocument/2006/relationships/hyperlink" Target="https://support.f5.com/csp/article/K7067101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8" Type="http://schemas.openxmlformats.org/officeDocument/2006/relationships/hyperlink" Target="https://techdocs.f5.com/kb/en-us/products/big-ip_ltm/manuals/product/tmos-routing-administration-13-1-0/6.html#guid-52e1f1d8-9a6b-48cc-acfa-07745b757f07" TargetMode="External"/><Relationship Id="rId3" Type="http://schemas.openxmlformats.org/officeDocument/2006/relationships/hyperlink" Target="https://techdocs.f5.com/kb/en-us/products/big-ip_ltm/manuals/product/tmos-routing-administration-13-1-0/3.html#guid-c0c3aac1-e2d2-4879-9e45-9ac9bd4c437c" TargetMode="External"/><Relationship Id="rId7" Type="http://schemas.openxmlformats.org/officeDocument/2006/relationships/hyperlink" Target="https://techdocs.f5.com/kb/en-us/products/big-ip_ltm/manuals/product/tmos-routing-administration-13-1-0/5.html#guid-13f4ab7c-d1b1-4ce9-a3b1-01cc9bb39c86" TargetMode="External"/><Relationship Id="rId2" Type="http://schemas.openxmlformats.org/officeDocument/2006/relationships/hyperlink" Target="https://techdocs.f5.com/kb/en-us/products/big-ip_ltm/manuals/product/tmos-routing-administration-13-1-0.html" TargetMode="External"/><Relationship Id="rId1" Type="http://schemas.openxmlformats.org/officeDocument/2006/relationships/slideLayout" Target="../slideLayouts/slideLayout53.xml"/><Relationship Id="rId6" Type="http://schemas.openxmlformats.org/officeDocument/2006/relationships/hyperlink" Target="https://techdocs.f5.com/kb/en-us/products/big-ip_ltm/manuals/product/tmos-routing-administration-13-1-0/4.html#guid-47de126d-0af4-40e1-b5e4-3b417a1db60f" TargetMode="External"/><Relationship Id="rId5" Type="http://schemas.openxmlformats.org/officeDocument/2006/relationships/hyperlink" Target="https://clouddocs.f5.com/cli/tmsh-reference/v13/_downloads/4c06f0a80af0585a96e854959be6ca22/tmsh_13.0.0.pdf" TargetMode="External"/><Relationship Id="rId4" Type="http://schemas.openxmlformats.org/officeDocument/2006/relationships/hyperlink" Target="https://clouddocs.f5.com/cli/tmsh-reference/v13/"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8" Type="http://schemas.openxmlformats.org/officeDocument/2006/relationships/hyperlink" Target="https://techdocs.f5.com/kb/en-us/products/big-ip_ltm/manuals/product/tmos-routing-administration-13-1-0/6.html#guid-52e1f1d8-9a6b-48cc-acfa-07745b757f07" TargetMode="External"/><Relationship Id="rId3" Type="http://schemas.openxmlformats.org/officeDocument/2006/relationships/hyperlink" Target="https://techdocs.f5.com/kb/en-us/products/big-ip_ltm/manuals/product/tmos-routing-administration-13-1-0/3.html#guid-c0c3aac1-e2d2-4879-9e45-9ac9bd4c437c" TargetMode="External"/><Relationship Id="rId7" Type="http://schemas.openxmlformats.org/officeDocument/2006/relationships/hyperlink" Target="https://techdocs.f5.com/kb/en-us/products/big-ip_ltm/manuals/product/tmos-routing-administration-13-1-0/5.html#guid-13f4ab7c-d1b1-4ce9-a3b1-01cc9bb39c86" TargetMode="External"/><Relationship Id="rId2" Type="http://schemas.openxmlformats.org/officeDocument/2006/relationships/hyperlink" Target="https://techdocs.f5.com/kb/en-us/products/big-ip_ltm/manuals/product/tmos-routing-administration-13-1-0.html" TargetMode="External"/><Relationship Id="rId1" Type="http://schemas.openxmlformats.org/officeDocument/2006/relationships/slideLayout" Target="../slideLayouts/slideLayout53.xml"/><Relationship Id="rId6" Type="http://schemas.openxmlformats.org/officeDocument/2006/relationships/hyperlink" Target="https://techdocs.f5.com/kb/en-us/products/big-ip_ltm/manuals/product/tmos-routing-administration-13-1-0/4.html#guid-47de126d-0af4-40e1-b5e4-3b417a1db60f" TargetMode="External"/><Relationship Id="rId5" Type="http://schemas.openxmlformats.org/officeDocument/2006/relationships/hyperlink" Target="https://clouddocs.f5.com/cli/tmsh-reference/v13/_downloads/4c06f0a80af0585a96e854959be6ca22/tmsh_13.0.0.pdf" TargetMode="External"/><Relationship Id="rId4" Type="http://schemas.openxmlformats.org/officeDocument/2006/relationships/hyperlink" Target="https://clouddocs.f5.com/cli/tmsh-reference/v13/"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8" Type="http://schemas.openxmlformats.org/officeDocument/2006/relationships/hyperlink" Target="https://techdocs.f5.com/kb/en-us/products/big-ip_ltm/manuals/product/ltm-implementations-13-1-0/25.html" TargetMode="External"/><Relationship Id="rId3" Type="http://schemas.openxmlformats.org/officeDocument/2006/relationships/hyperlink" Target="https://support.f5.com/csp/article/K7336" TargetMode="External"/><Relationship Id="rId7" Type="http://schemas.openxmlformats.org/officeDocument/2006/relationships/hyperlink" Target="https://support.f5.com/csp/article/K14800" TargetMode="External"/><Relationship Id="rId2" Type="http://schemas.openxmlformats.org/officeDocument/2006/relationships/hyperlink" Target="https://techdocs.f5.com/kb/en-us/products/big-ip_ltm/manuals/product/tmos-routing-administration-13-1-0/8.html#guid-820f0f32-b0e2-4641-b07a-de86b767414a" TargetMode="External"/><Relationship Id="rId1" Type="http://schemas.openxmlformats.org/officeDocument/2006/relationships/slideLayout" Target="../slideLayouts/slideLayout53.xml"/><Relationship Id="rId6" Type="http://schemas.openxmlformats.org/officeDocument/2006/relationships/hyperlink" Target="https://support.f5.com/csp/article/K9038" TargetMode="External"/><Relationship Id="rId5" Type="http://schemas.openxmlformats.org/officeDocument/2006/relationships/hyperlink" Target="https://support.f5.com/csp/article/K8246" TargetMode="External"/><Relationship Id="rId10" Type="http://schemas.openxmlformats.org/officeDocument/2006/relationships/hyperlink" Target="https://support.f5.com/kb/en-us/products/big-ip_ltm/manuals/product/ltm-concepts-11-3-0/ltm_persist_profiles.html?sr=57707607" TargetMode="External"/><Relationship Id="rId4" Type="http://schemas.openxmlformats.org/officeDocument/2006/relationships/hyperlink" Target="https://support.f5.com/csp/article/K7820" TargetMode="External"/><Relationship Id="rId9" Type="http://schemas.openxmlformats.org/officeDocument/2006/relationships/hyperlink" Target="https://support.f5.com/csp/article/K845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techdocs.f5.com/kb/en-us/products/big-ip_ltm/manuals/product/bigip-system-essentials-13-1-0/1.html" TargetMode="Externa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3" Type="http://schemas.openxmlformats.org/officeDocument/2006/relationships/hyperlink" Target="https://support.f5.com/csp/article/K13380" TargetMode="External"/><Relationship Id="rId2" Type="http://schemas.openxmlformats.org/officeDocument/2006/relationships/hyperlink" Target="https://techdocs.f5.com/kb/en-us/products/big-ip_ltm/manuals/product/bigip-system-essentials-13-1-0/1.html" TargetMode="External"/><Relationship Id="rId1" Type="http://schemas.openxmlformats.org/officeDocument/2006/relationships/slideLayout" Target="../slideLayouts/slideLayout50.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0.xml"/><Relationship Id="rId4" Type="http://schemas.openxmlformats.org/officeDocument/2006/relationships/hyperlink" Target="https://techdocs.f5.com/kb/en-us/products/big-ip_ltm/manuals/product/bigip-external-monitoring-implementations-13-1-0/13.ht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0.xml"/><Relationship Id="rId4" Type="http://schemas.openxmlformats.org/officeDocument/2006/relationships/hyperlink" Target="https://techdocs.f5.com/kb/en-us/products/big-ip_ltm/manuals/product/bigip-external-monitoring-implementations-13-1-0/13.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techdocs.f5.com/kb/en-us/products/big-ip_ltm/manuals/product/bigip-external-monitoring-implementations-13-1-0.html" TargetMode="External"/><Relationship Id="rId2" Type="http://schemas.openxmlformats.org/officeDocument/2006/relationships/notesSlide" Target="../notesSlides/notesSlide14.xml"/><Relationship Id="rId1" Type="http://schemas.openxmlformats.org/officeDocument/2006/relationships/slideLayout" Target="../slideLayouts/slideLayout50.xml"/><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0.xml"/><Relationship Id="rId4" Type="http://schemas.openxmlformats.org/officeDocument/2006/relationships/comments" Target="../comments/comment1.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50.xml"/><Relationship Id="rId5" Type="http://schemas.openxmlformats.org/officeDocument/2006/relationships/comments" Target="../comments/comment2.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50.xml"/></Relationships>
</file>

<file path=ppt/slides/_rels/slide44.xml.rels><?xml version="1.0" encoding="UTF-8" standalone="yes"?>
<Relationships xmlns="http://schemas.openxmlformats.org/package/2006/relationships"><Relationship Id="rId2" Type="http://schemas.openxmlformats.org/officeDocument/2006/relationships/hyperlink" Target="https://support.f5.com/csp/article/K10240" TargetMode="External"/><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support.f5.com/csp/article/K13309" TargetMode="External"/><Relationship Id="rId1" Type="http://schemas.openxmlformats.org/officeDocument/2006/relationships/slideLayout" Target="../slideLayouts/slideLayout50.xml"/></Relationships>
</file>

<file path=ppt/slides/_rels/slide47.xml.rels><?xml version="1.0" encoding="UTF-8" standalone="yes"?>
<Relationships xmlns="http://schemas.openxmlformats.org/package/2006/relationships"><Relationship Id="rId2" Type="http://schemas.openxmlformats.org/officeDocument/2006/relationships/hyperlink" Target="https://support.f5.com/csp/article/K13309" TargetMode="External"/><Relationship Id="rId1" Type="http://schemas.openxmlformats.org/officeDocument/2006/relationships/slideLayout" Target="../slideLayouts/slideLayout5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3" Type="http://schemas.openxmlformats.org/officeDocument/2006/relationships/hyperlink" Target="https://support.f5.com/csp/article/K13309" TargetMode="External"/><Relationship Id="rId2" Type="http://schemas.openxmlformats.org/officeDocument/2006/relationships/notesSlide" Target="../notesSlides/notesSlide22.xml"/><Relationship Id="rId1" Type="http://schemas.openxmlformats.org/officeDocument/2006/relationships/slideLayout" Target="../slideLayouts/slideLayout50.xml"/><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2" Type="http://schemas.openxmlformats.org/officeDocument/2006/relationships/hyperlink" Target="https://support.f5.com/csp/article/K13309" TargetMode="External"/><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0.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54.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6.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8.xml.rels><?xml version="1.0" encoding="UTF-8" standalone="yes"?>
<Relationships xmlns="http://schemas.openxmlformats.org/package/2006/relationships"><Relationship Id="rId3" Type="http://schemas.openxmlformats.org/officeDocument/2006/relationships/hyperlink" Target="https://www.youtube.com/watch?v=wcaBq-_zjbs" TargetMode="External"/><Relationship Id="rId2" Type="http://schemas.openxmlformats.org/officeDocument/2006/relationships/notesSlide" Target="../notesSlides/notesSlide24.xml"/><Relationship Id="rId1" Type="http://schemas.openxmlformats.org/officeDocument/2006/relationships/slideLayout" Target="../slideLayouts/slideLayout50.xml"/></Relationships>
</file>

<file path=ppt/slides/_rels/slide59.xml.rels><?xml version="1.0" encoding="UTF-8" standalone="yes"?>
<Relationships xmlns="http://schemas.openxmlformats.org/package/2006/relationships"><Relationship Id="rId3" Type="http://schemas.openxmlformats.org/officeDocument/2006/relationships/hyperlink" Target="https://downloads.f5.com/" TargetMode="External"/><Relationship Id="rId2" Type="http://schemas.openxmlformats.org/officeDocument/2006/relationships/notesSlide" Target="../notesSlides/notesSlide25.xml"/><Relationship Id="rId1" Type="http://schemas.openxmlformats.org/officeDocument/2006/relationships/slideLayout" Target="../slideLayouts/slideLayout54.xml"/><Relationship Id="rId4" Type="http://schemas.openxmlformats.org/officeDocument/2006/relationships/image" Target="../media/image29.png"/></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49.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62.xml.rels><?xml version="1.0" encoding="UTF-8" standalone="yes"?>
<Relationships xmlns="http://schemas.openxmlformats.org/package/2006/relationships"><Relationship Id="rId2" Type="http://schemas.openxmlformats.org/officeDocument/2006/relationships/hyperlink" Target="https://support.f5.com/csp/article/K4423" TargetMode="External"/><Relationship Id="rId1" Type="http://schemas.openxmlformats.org/officeDocument/2006/relationships/slideLayout" Target="../slideLayouts/slideLayout50.xml"/></Relationships>
</file>

<file path=ppt/slides/_rels/slide63.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migrating-devices-and-configurations-13-0-0/3.html" TargetMode="External"/><Relationship Id="rId2" Type="http://schemas.openxmlformats.org/officeDocument/2006/relationships/hyperlink" Target="https://techdocs.f5.com/kb/en-us/products/big-ip_ltm/manuals/product/bigip-system-migrating-devices-and-configurations-13-0-0/1.html" TargetMode="External"/><Relationship Id="rId1" Type="http://schemas.openxmlformats.org/officeDocument/2006/relationships/slideLayout" Target="../slideLayouts/slideLayout50.xml"/><Relationship Id="rId4" Type="http://schemas.openxmlformats.org/officeDocument/2006/relationships/hyperlink" Target="https://techdocs.f5.com/kb/en-us/products/big-ip_ltm/manuals/product/bigip-system-migrating-devices-and-configurations-13-0-0/2.html"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hyperlink" Target="https://techdocs.f5.com/kb/en-us/products/big-ip_ltm/manuals/product/bigip-system-essentials-13-1-0/3.html" TargetMode="External"/><Relationship Id="rId1" Type="http://schemas.openxmlformats.org/officeDocument/2006/relationships/slideLayout" Target="../slideLayouts/slideLayout5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5.xml.rels><?xml version="1.0" encoding="UTF-8" standalone="yes"?>
<Relationships xmlns="http://schemas.openxmlformats.org/package/2006/relationships"><Relationship Id="rId2" Type="http://schemas.openxmlformats.org/officeDocument/2006/relationships/hyperlink" Target="https://techdocs.f5.com/kb/en-us/products/big-ip_ltm/manuals/product/bigip-system-essentials-13-1-0/3.html" TargetMode="External"/><Relationship Id="rId1" Type="http://schemas.openxmlformats.org/officeDocument/2006/relationships/slideLayout" Target="../slideLayouts/slideLayout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0.xml"/></Relationships>
</file>

<file path=ppt/slides/_rels/slide68.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0.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5.html" TargetMode="External"/><Relationship Id="rId2" Type="http://schemas.openxmlformats.org/officeDocument/2006/relationships/notesSlide" Target="../notesSlides/notesSlide28.xml"/><Relationship Id="rId1" Type="http://schemas.openxmlformats.org/officeDocument/2006/relationships/slideLayout" Target="../slideLayouts/slideLayout50.xml"/><Relationship Id="rId5" Type="http://schemas.openxmlformats.org/officeDocument/2006/relationships/image" Target="../media/image38.png"/><Relationship Id="rId4" Type="http://schemas.openxmlformats.org/officeDocument/2006/relationships/image" Target="../media/image37.png"/></Relationships>
</file>

<file path=ppt/slides/_rels/slide71.xml.rels><?xml version="1.0" encoding="UTF-8" standalone="yes"?>
<Relationships xmlns="http://schemas.openxmlformats.org/package/2006/relationships"><Relationship Id="rId3" Type="http://schemas.openxmlformats.org/officeDocument/2006/relationships/hyperlink" Target="https://support.f5.com/csp/article/K15496" TargetMode="External"/><Relationship Id="rId2" Type="http://schemas.openxmlformats.org/officeDocument/2006/relationships/notesSlide" Target="../notesSlides/notesSlide29.xml"/><Relationship Id="rId1" Type="http://schemas.openxmlformats.org/officeDocument/2006/relationships/slideLayout" Target="../slideLayouts/slideLayout50.xml"/><Relationship Id="rId5" Type="http://schemas.openxmlformats.org/officeDocument/2006/relationships/hyperlink" Target="https://support.f5.com/csp/article/K39735803" TargetMode="External"/><Relationship Id="rId4" Type="http://schemas.openxmlformats.org/officeDocument/2006/relationships/hyperlink" Target="https://support.f5.com/csp/article/K63705154" TargetMode="Externa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50.xml"/><Relationship Id="rId5" Type="http://schemas.openxmlformats.org/officeDocument/2006/relationships/image" Target="../media/image40.png"/><Relationship Id="rId4" Type="http://schemas.openxmlformats.org/officeDocument/2006/relationships/hyperlink" Target="https://support.f5.com/csp/article/K81160517"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youtu.be/U9klXFaqCNg" TargetMode="External"/><Relationship Id="rId2" Type="http://schemas.openxmlformats.org/officeDocument/2006/relationships/notesSlide" Target="../notesSlides/notesSlide31.xml"/><Relationship Id="rId1" Type="http://schemas.openxmlformats.org/officeDocument/2006/relationships/slideLayout" Target="../slideLayouts/slideLayout50.xml"/><Relationship Id="rId5" Type="http://schemas.openxmlformats.org/officeDocument/2006/relationships/image" Target="../media/image38.png"/><Relationship Id="rId4" Type="http://schemas.openxmlformats.org/officeDocument/2006/relationships/hyperlink" Target="https://techdocs.f5.com/kb/en-us/products/big-ip_ltm/manuals/product/bigip-system-device-service-clustering-administration-13-1-0/5.html"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youtu.be/l9akWYFE_20" TargetMode="External"/><Relationship Id="rId2" Type="http://schemas.openxmlformats.org/officeDocument/2006/relationships/notesSlide" Target="../notesSlides/notesSlide32.xml"/><Relationship Id="rId1" Type="http://schemas.openxmlformats.org/officeDocument/2006/relationships/slideLayout" Target="../slideLayouts/slideLayout50.xml"/><Relationship Id="rId4" Type="http://schemas.openxmlformats.org/officeDocument/2006/relationships/hyperlink" Target="https://support.f5.com/csp/article/K14856" TargetMode="External"/></Relationships>
</file>

<file path=ppt/slides/_rels/slide75.xml.rels><?xml version="1.0" encoding="UTF-8" standalone="yes"?>
<Relationships xmlns="http://schemas.openxmlformats.org/package/2006/relationships"><Relationship Id="rId8" Type="http://schemas.openxmlformats.org/officeDocument/2006/relationships/hyperlink" Target="https://support.f5.com/csp/article/K13946#understandingsync" TargetMode="External"/><Relationship Id="rId3" Type="http://schemas.openxmlformats.org/officeDocument/2006/relationships/hyperlink" Target="https://support.f5.com/csp/article/K13946#verifying dsc" TargetMode="External"/><Relationship Id="rId7" Type="http://schemas.openxmlformats.org/officeDocument/2006/relationships/hyperlink" Target="https://support.f5.com/csp/article/K13946#verifyingsync" TargetMode="External"/><Relationship Id="rId2" Type="http://schemas.openxmlformats.org/officeDocument/2006/relationships/notesSlide" Target="../notesSlides/notesSlide33.xml"/><Relationship Id="rId1" Type="http://schemas.openxmlformats.org/officeDocument/2006/relationships/slideLayout" Target="../slideLayouts/slideLayout50.xml"/><Relationship Id="rId6" Type="http://schemas.openxmlformats.org/officeDocument/2006/relationships/hyperlink" Target="https://support.f5.com/csp/article/K13946#verifyingconfig" TargetMode="External"/><Relationship Id="rId5" Type="http://schemas.openxmlformats.org/officeDocument/2006/relationships/hyperlink" Target="https://support.f5.com/csp/article/K13946#verifyingcommit" TargetMode="External"/><Relationship Id="rId10" Type="http://schemas.openxmlformats.org/officeDocument/2006/relationships/hyperlink" Target="https://support.f5.com/csp/article/K13946" TargetMode="External"/><Relationship Id="rId4" Type="http://schemas.openxmlformats.org/officeDocument/2006/relationships/hyperlink" Target="https://support.f5.com/csp/article/K13946#reviewingcommon" TargetMode="External"/><Relationship Id="rId9" Type="http://schemas.openxmlformats.org/officeDocument/2006/relationships/hyperlink" Target="https://support.f5.com/csp/article/K13946#reviewinglog"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7.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html" TargetMode="External"/><Relationship Id="rId2" Type="http://schemas.openxmlformats.org/officeDocument/2006/relationships/notesSlide" Target="../notesSlides/notesSlide34.xml"/><Relationship Id="rId1" Type="http://schemas.openxmlformats.org/officeDocument/2006/relationships/slideLayout" Target="../slideLayouts/slideLayout50.xml"/></Relationships>
</file>

<file path=ppt/slides/_rels/slide78.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html" TargetMode="External"/><Relationship Id="rId2" Type="http://schemas.openxmlformats.org/officeDocument/2006/relationships/notesSlide" Target="../notesSlides/notesSlide35.xml"/><Relationship Id="rId1" Type="http://schemas.openxmlformats.org/officeDocument/2006/relationships/slideLayout" Target="../slideLayouts/slideLayout50.xml"/><Relationship Id="rId5" Type="http://schemas.openxmlformats.org/officeDocument/2006/relationships/image" Target="../media/image41.png"/><Relationship Id="rId4" Type="http://schemas.openxmlformats.org/officeDocument/2006/relationships/image" Target="../media/image37.png"/></Relationships>
</file>

<file path=ppt/slides/_rels/slide79.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3.html#guid-459536d8-91b8-47fc-ade5-6196f45091b9" TargetMode="External"/><Relationship Id="rId2" Type="http://schemas.openxmlformats.org/officeDocument/2006/relationships/notesSlide" Target="../notesSlides/notesSlide36.xml"/><Relationship Id="rId1" Type="http://schemas.openxmlformats.org/officeDocument/2006/relationships/slideLayout" Target="../slideLayouts/slideLayout54.xml"/><Relationship Id="rId4" Type="http://schemas.openxmlformats.org/officeDocument/2006/relationships/image" Target="../media/image42.png"/></Relationships>
</file>

<file path=ppt/slides/_rels/slide80.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html" TargetMode="External"/><Relationship Id="rId2" Type="http://schemas.openxmlformats.org/officeDocument/2006/relationships/notesSlide" Target="../notesSlides/notesSlide37.xml"/><Relationship Id="rId1" Type="http://schemas.openxmlformats.org/officeDocument/2006/relationships/slideLayout" Target="../slideLayouts/slideLayout50.xml"/><Relationship Id="rId4" Type="http://schemas.openxmlformats.org/officeDocument/2006/relationships/image" Target="../media/image43.png"/></Relationships>
</file>

<file path=ppt/slides/_rels/slide81.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html" TargetMode="External"/><Relationship Id="rId2" Type="http://schemas.openxmlformats.org/officeDocument/2006/relationships/notesSlide" Target="../notesSlides/notesSlide38.xml"/><Relationship Id="rId1" Type="http://schemas.openxmlformats.org/officeDocument/2006/relationships/slideLayout" Target="../slideLayouts/slideLayout50.xml"/></Relationships>
</file>

<file path=ppt/slides/_rels/slide82.xml.rels><?xml version="1.0" encoding="UTF-8" standalone="yes"?>
<Relationships xmlns="http://schemas.openxmlformats.org/package/2006/relationships"><Relationship Id="rId3" Type="http://schemas.openxmlformats.org/officeDocument/2006/relationships/hyperlink" Target="https://techdocs.f5.com/kb/en-us/products/big-ip_ltm/manuals/product/bigip-system-device-service-clustering-administration-13-1-0.html" TargetMode="External"/><Relationship Id="rId2" Type="http://schemas.openxmlformats.org/officeDocument/2006/relationships/notesSlide" Target="../notesSlides/notesSlide39.xml"/><Relationship Id="rId1" Type="http://schemas.openxmlformats.org/officeDocument/2006/relationships/slideLayout" Target="../slideLayouts/slideLayout50.xml"/><Relationship Id="rId4" Type="http://schemas.openxmlformats.org/officeDocument/2006/relationships/image" Target="../media/image43.png"/></Relationships>
</file>

<file path=ppt/slides/_rels/slide83.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0.xml"/></Relationships>
</file>

<file path=ppt/slides/_rels/slide87.xml.rels><?xml version="1.0" encoding="UTF-8" standalone="yes"?>
<Relationships xmlns="http://schemas.openxmlformats.org/package/2006/relationships"><Relationship Id="rId3" Type="http://schemas.openxmlformats.org/officeDocument/2006/relationships/hyperlink" Target="https://support.f5.com/csp/article/K13309" TargetMode="External"/><Relationship Id="rId2" Type="http://schemas.openxmlformats.org/officeDocument/2006/relationships/notesSlide" Target="../notesSlides/notesSlide40.xml"/><Relationship Id="rId1" Type="http://schemas.openxmlformats.org/officeDocument/2006/relationships/slideLayout" Target="../slideLayouts/slideLayout50.xml"/><Relationship Id="rId4" Type="http://schemas.openxmlformats.org/officeDocument/2006/relationships/image" Target="../media/image21.png"/></Relationships>
</file>

<file path=ppt/slides/_rels/slide88.xml.rels><?xml version="1.0" encoding="UTF-8" standalone="yes"?>
<Relationships xmlns="http://schemas.openxmlformats.org/package/2006/relationships"><Relationship Id="rId2" Type="http://schemas.openxmlformats.org/officeDocument/2006/relationships/hyperlink" Target="https://support.f5.com/csp/article/K13309" TargetMode="External"/><Relationship Id="rId1" Type="http://schemas.openxmlformats.org/officeDocument/2006/relationships/slideLayout" Target="../slideLayouts/slideLayout50.xml"/></Relationships>
</file>

<file path=ppt/slides/_rels/slide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0.xml"/></Relationships>
</file>

<file path=ppt/slides/_rels/slide9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54.xml"/><Relationship Id="rId4" Type="http://schemas.openxmlformats.org/officeDocument/2006/relationships/image" Target="../media/image28.png"/></Relationships>
</file>

<file path=ppt/slides/_rels/slide91.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3.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5.xml.rels><?xml version="1.0" encoding="UTF-8" standalone="yes"?>
<Relationships xmlns="http://schemas.openxmlformats.org/package/2006/relationships"><Relationship Id="rId3" Type="http://schemas.openxmlformats.org/officeDocument/2006/relationships/hyperlink" Target="https://techdocs.f5.com/kb/en-us/products/big-ip_ltm/manuals/product/bigip-user-account-administration-13-1-0.html" TargetMode="External"/><Relationship Id="rId2" Type="http://schemas.openxmlformats.org/officeDocument/2006/relationships/notesSlide" Target="../notesSlides/notesSlide42.xml"/><Relationship Id="rId1" Type="http://schemas.openxmlformats.org/officeDocument/2006/relationships/slideLayout" Target="../slideLayouts/slideLayout50.xml"/><Relationship Id="rId5" Type="http://schemas.openxmlformats.org/officeDocument/2006/relationships/image" Target="../media/image45.png"/><Relationship Id="rId4" Type="http://schemas.openxmlformats.org/officeDocument/2006/relationships/image" Target="../media/image44.png"/></Relationships>
</file>

<file path=ppt/slides/_rels/slide96.xml.rels><?xml version="1.0" encoding="UTF-8" standalone="yes"?>
<Relationships xmlns="http://schemas.openxmlformats.org/package/2006/relationships"><Relationship Id="rId3" Type="http://schemas.openxmlformats.org/officeDocument/2006/relationships/hyperlink" Target="https://techdocs.f5.com/kb/en-us/products/big-ip_ltm/manuals/product/bigip-user-account-administration-13-1-0.html" TargetMode="External"/><Relationship Id="rId2" Type="http://schemas.openxmlformats.org/officeDocument/2006/relationships/image" Target="../media/image46.png"/><Relationship Id="rId1" Type="http://schemas.openxmlformats.org/officeDocument/2006/relationships/slideLayout" Target="../slideLayouts/slideLayout54.xml"/><Relationship Id="rId5" Type="http://schemas.openxmlformats.org/officeDocument/2006/relationships/image" Target="../media/image48.png"/><Relationship Id="rId4" Type="http://schemas.openxmlformats.org/officeDocument/2006/relationships/image" Target="../media/image47.png"/></Relationships>
</file>

<file path=ppt/slides/_rels/slide97.xml.rels><?xml version="1.0" encoding="UTF-8" standalone="yes"?>
<Relationships xmlns="http://schemas.openxmlformats.org/package/2006/relationships"><Relationship Id="rId2" Type="http://schemas.openxmlformats.org/officeDocument/2006/relationships/hyperlink" Target="https://techdocs.f5.com/kb/en-us/products/big-ip_ltm/manuals/product/bigip-user-account-administration-13-1-0.html" TargetMode="External"/><Relationship Id="rId1" Type="http://schemas.openxmlformats.org/officeDocument/2006/relationships/slideLayout" Target="../slideLayouts/slideLayout50.xml"/></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0.xml"/></Relationships>
</file>

<file path=ppt/slides/_rels/slide9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techdocs.f5.com/kb/en-us/products/big-ip_ltm/manuals/product/bigip-user-account-administration-13-1-0.html" TargetMode="External"/><Relationship Id="rId1" Type="http://schemas.openxmlformats.org/officeDocument/2006/relationships/slideLayout" Target="../slideLayouts/slideLayout50.xml"/></Relationships>
</file>

<file path=ppt/slides/_rels/slide10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techdocs.f5.com/kb/en-us/products/big-ip_ltm/manuals/product/bigip-user-account-administration-13-1-0.html" TargetMode="External"/><Relationship Id="rId1" Type="http://schemas.openxmlformats.org/officeDocument/2006/relationships/slideLayout" Target="../slideLayouts/slideLayout50.xml"/></Relationships>
</file>

<file path=ppt/slides/_rels/slide101.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3.xml.rels><?xml version="1.0" encoding="UTF-8" standalone="yes"?>
<Relationships xmlns="http://schemas.openxmlformats.org/package/2006/relationships"><Relationship Id="rId3" Type="http://schemas.openxmlformats.org/officeDocument/2006/relationships/hyperlink" Target="https://techdocs.f5.com/kb/en-us/products/big-ip_ltm/manuals/product/ltm-profiles-reference-13-1-0/4.html" TargetMode="External"/><Relationship Id="rId2" Type="http://schemas.openxmlformats.org/officeDocument/2006/relationships/hyperlink" Target="https://techdocs.f5.com/kb/en-us/products/big-ip_ltm/manuals/product/ltm-basics-13-0-0/2.html#guid-aa2edff7-b5d5-4f6f-8535-a30cd0360cf4" TargetMode="External"/><Relationship Id="rId1" Type="http://schemas.openxmlformats.org/officeDocument/2006/relationships/slideLayout" Target="../slideLayouts/slideLayout5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5.xml.rels><?xml version="1.0" encoding="UTF-8" standalone="yes"?>
<Relationships xmlns="http://schemas.openxmlformats.org/package/2006/relationships"><Relationship Id="rId3" Type="http://schemas.openxmlformats.org/officeDocument/2006/relationships/hyperlink" Target="https://f5.bravais.com/s/dewcZS6kJQpnlZYQux0o" TargetMode="External"/><Relationship Id="rId7" Type="http://schemas.openxmlformats.org/officeDocument/2006/relationships/hyperlink" Target="https://account.f5.com/learnf5" TargetMode="External"/><Relationship Id="rId2" Type="http://schemas.openxmlformats.org/officeDocument/2006/relationships/hyperlink" Target="https://www.f5.com/services/training/free-training-courses/getting-started-with-big-ip" TargetMode="External"/><Relationship Id="rId1" Type="http://schemas.openxmlformats.org/officeDocument/2006/relationships/slideLayout" Target="../slideLayouts/slideLayout53.xml"/><Relationship Id="rId6" Type="http://schemas.openxmlformats.org/officeDocument/2006/relationships/hyperlink" Target="https://f5.bravais.com/s/pmPvgM0fQZzBi0PpaGHC" TargetMode="External"/><Relationship Id="rId5" Type="http://schemas.openxmlformats.org/officeDocument/2006/relationships/hyperlink" Target="https://f5.bravais.com/s/usKrPDgAS5rnljb1WpRw" TargetMode="External"/><Relationship Id="rId4" Type="http://schemas.openxmlformats.org/officeDocument/2006/relationships/hyperlink" Target="https://f5.bravais.com/s/vf4XckakhbTbCRUwa2sb" TargetMode="External"/></Relationships>
</file>

<file path=ppt/slides/_rels/slide106.xml.rels><?xml version="1.0" encoding="UTF-8" standalone="yes"?>
<Relationships xmlns="http://schemas.openxmlformats.org/package/2006/relationships"><Relationship Id="rId3" Type="http://schemas.openxmlformats.org/officeDocument/2006/relationships/hyperlink" Target="https://f5.bravais.com/s/w4eYmOSNEK7O3FPBHS5G" TargetMode="External"/><Relationship Id="rId7" Type="http://schemas.openxmlformats.org/officeDocument/2006/relationships/hyperlink" Target="https://www.f5.com/services/training/free-training-courses/getting-started-with-big-ip-local-traffic-manager-ltm" TargetMode="External"/><Relationship Id="rId2" Type="http://schemas.openxmlformats.org/officeDocument/2006/relationships/notesSlide" Target="../notesSlides/notesSlide43.xml"/><Relationship Id="rId1" Type="http://schemas.openxmlformats.org/officeDocument/2006/relationships/slideLayout" Target="../slideLayouts/slideLayout53.xml"/><Relationship Id="rId6" Type="http://schemas.openxmlformats.org/officeDocument/2006/relationships/hyperlink" Target="https://f5.bravais.com/s/zpMfc9HeW6u7ww4OMg5Q" TargetMode="External"/><Relationship Id="rId5" Type="http://schemas.openxmlformats.org/officeDocument/2006/relationships/hyperlink" Target="https://f5.bravais.com/s/JLDVV5IKcqwhIWtSs50C" TargetMode="External"/><Relationship Id="rId4" Type="http://schemas.openxmlformats.org/officeDocument/2006/relationships/hyperlink" Target="https://f5.bravais.com/s/nZotalcNtTvYlZml34Ob" TargetMode="External"/></Relationships>
</file>

<file path=ppt/slides/_rels/slide107.xml.rels><?xml version="1.0" encoding="UTF-8" standalone="yes"?>
<Relationships xmlns="http://schemas.openxmlformats.org/package/2006/relationships"><Relationship Id="rId3" Type="http://schemas.openxmlformats.org/officeDocument/2006/relationships/hyperlink" Target="https://www.f5.com/services/training/free-training-courses/getting-started-with-big-ip-ihealth" TargetMode="External"/><Relationship Id="rId2" Type="http://schemas.openxmlformats.org/officeDocument/2006/relationships/hyperlink" Target="https://f5.bravais.com/s/z675yEyxNnKNZHuzZnhw" TargetMode="External"/><Relationship Id="rId1" Type="http://schemas.openxmlformats.org/officeDocument/2006/relationships/slideLayout" Target="../slideLayouts/slideLayout5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19473F-FCF4-4B6D-95E3-5FE776D7BB7A}"/>
              </a:ext>
            </a:extLst>
          </p:cNvPr>
          <p:cNvSpPr>
            <a:spLocks noGrp="1"/>
          </p:cNvSpPr>
          <p:nvPr>
            <p:ph type="ctrTitle"/>
          </p:nvPr>
        </p:nvSpPr>
        <p:spPr>
          <a:xfrm>
            <a:off x="457200" y="1143000"/>
            <a:ext cx="7970363" cy="2446038"/>
          </a:xfrm>
        </p:spPr>
        <p:txBody>
          <a:bodyPr/>
          <a:lstStyle/>
          <a:p>
            <a:r>
              <a:rPr lang="en-US" dirty="0"/>
              <a:t>F5 301a v14.1 Certification Prep</a:t>
            </a:r>
          </a:p>
        </p:txBody>
      </p:sp>
      <p:sp>
        <p:nvSpPr>
          <p:cNvPr id="10" name="Content Placeholder 9">
            <a:extLst>
              <a:ext uri="{FF2B5EF4-FFF2-40B4-BE49-F238E27FC236}">
                <a16:creationId xmlns:a16="http://schemas.microsoft.com/office/drawing/2014/main" id="{5DBD998B-FC30-4792-B245-1FFEC0B77D64}"/>
              </a:ext>
            </a:extLst>
          </p:cNvPr>
          <p:cNvSpPr>
            <a:spLocks noGrp="1"/>
          </p:cNvSpPr>
          <p:nvPr>
            <p:ph type="body" sz="quarter" idx="11"/>
          </p:nvPr>
        </p:nvSpPr>
        <p:spPr>
          <a:xfrm>
            <a:off x="457200" y="3933825"/>
            <a:ext cx="7970362" cy="1774825"/>
          </a:xfrm>
        </p:spPr>
        <p:txBody>
          <a:bodyPr vert="horz" lIns="0" tIns="45720" rIns="91440" bIns="45720" rtlCol="0" anchor="t">
            <a:normAutofit/>
          </a:bodyPr>
          <a:lstStyle/>
          <a:p>
            <a:pPr lvl="1"/>
            <a:r>
              <a:rPr lang="en-US" b="1" dirty="0">
                <a:latin typeface="Arial"/>
                <a:cs typeface="Arial"/>
              </a:rPr>
              <a:t>Paul Deakin, Wade Huff,  Daniel Cayer, David Larsen</a:t>
            </a:r>
          </a:p>
          <a:p>
            <a:pPr lvl="2"/>
            <a:r>
              <a:rPr lang="en-US" dirty="0"/>
              <a:t>F5 Systems Engineers</a:t>
            </a:r>
          </a:p>
          <a:p>
            <a:pPr lvl="3"/>
            <a:endParaRPr lang="en-US" dirty="0"/>
          </a:p>
          <a:p>
            <a:pPr lvl="3"/>
            <a:r>
              <a:rPr lang="en-US" dirty="0">
                <a:latin typeface="Arial"/>
                <a:cs typeface="Arial"/>
              </a:rPr>
              <a:t>March 2024</a:t>
            </a:r>
            <a:endParaRPr lang="en-US" dirty="0"/>
          </a:p>
        </p:txBody>
      </p:sp>
    </p:spTree>
    <p:extLst>
      <p:ext uri="{BB962C8B-B14F-4D97-AF65-F5344CB8AC3E}">
        <p14:creationId xmlns:p14="http://schemas.microsoft.com/office/powerpoint/2010/main" val="61525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F3E224A-977E-4EBD-ABB7-3A54F8BA9B42}"/>
              </a:ext>
            </a:extLst>
          </p:cNvPr>
          <p:cNvSpPr>
            <a:spLocks noGrp="1"/>
          </p:cNvSpPr>
          <p:nvPr>
            <p:ph idx="1"/>
          </p:nvPr>
        </p:nvSpPr>
        <p:spPr/>
        <p:txBody>
          <a:bodyPr/>
          <a:lstStyle/>
          <a:p>
            <a:r>
              <a:rPr lang="en-US" dirty="0"/>
              <a:t>The current study guide for the 301a is based on v11.4 and has not been updated, though most the information remains the same.  But I strongly recommend you review the above article, you will also see many links from the following manuals:</a:t>
            </a:r>
          </a:p>
          <a:p>
            <a:r>
              <a:rPr lang="en-US" dirty="0"/>
              <a:t>Manual : BIG-IP Local Traffic Management: Basics</a:t>
            </a:r>
          </a:p>
          <a:p>
            <a:r>
              <a:rPr lang="en-US" dirty="0">
                <a:hlinkClick r:id="rId2"/>
              </a:rPr>
              <a:t>https://techdocs.f5.com/en-us/bigip-14-1-0/big-ip-local-traffic-management-basics-14-1-0.html</a:t>
            </a:r>
            <a:r>
              <a:rPr lang="en-US" dirty="0"/>
              <a:t> </a:t>
            </a:r>
          </a:p>
          <a:p>
            <a:endParaRPr lang="en-US" dirty="0"/>
          </a:p>
          <a:p>
            <a:r>
              <a:rPr lang="en-US" dirty="0"/>
              <a:t>Manual : BIG-IP TMOS: Routing Administration</a:t>
            </a:r>
          </a:p>
          <a:p>
            <a:r>
              <a:rPr lang="en-US" dirty="0">
                <a:hlinkClick r:id="rId3"/>
              </a:rPr>
              <a:t>https://techdocs.f5.com/en-us/bigip-14-1-0/big-ip-tmos-routing-administration-14-1-0.html</a:t>
            </a:r>
            <a:r>
              <a:rPr lang="en-US" dirty="0"/>
              <a:t> </a:t>
            </a:r>
          </a:p>
          <a:p>
            <a:endParaRPr lang="en-US" dirty="0"/>
          </a:p>
          <a:p>
            <a:endParaRPr lang="en-US" dirty="0"/>
          </a:p>
        </p:txBody>
      </p:sp>
      <p:sp>
        <p:nvSpPr>
          <p:cNvPr id="6" name="Text Placeholder 5">
            <a:extLst>
              <a:ext uri="{FF2B5EF4-FFF2-40B4-BE49-F238E27FC236}">
                <a16:creationId xmlns:a16="http://schemas.microsoft.com/office/drawing/2014/main" id="{B443B44E-DCB0-4C4C-829E-AE72EC801EE3}"/>
              </a:ext>
            </a:extLst>
          </p:cNvPr>
          <p:cNvSpPr>
            <a:spLocks noGrp="1"/>
          </p:cNvSpPr>
          <p:nvPr>
            <p:ph type="body" idx="13"/>
          </p:nvPr>
        </p:nvSpPr>
        <p:spPr/>
        <p:txBody>
          <a:bodyPr/>
          <a:lstStyle/>
          <a:p>
            <a:endParaRPr lang="en-US"/>
          </a:p>
        </p:txBody>
      </p:sp>
      <p:sp>
        <p:nvSpPr>
          <p:cNvPr id="4" name="Title 3">
            <a:extLst>
              <a:ext uri="{FF2B5EF4-FFF2-40B4-BE49-F238E27FC236}">
                <a16:creationId xmlns:a16="http://schemas.microsoft.com/office/drawing/2014/main" id="{967BDBC2-2902-4CEC-8A14-90F5B56F1520}"/>
              </a:ext>
            </a:extLst>
          </p:cNvPr>
          <p:cNvSpPr>
            <a:spLocks noGrp="1"/>
          </p:cNvSpPr>
          <p:nvPr>
            <p:ph type="title"/>
          </p:nvPr>
        </p:nvSpPr>
        <p:spPr/>
        <p:txBody>
          <a:bodyPr/>
          <a:lstStyle/>
          <a:p>
            <a:r>
              <a:rPr lang="en-US" b="1" dirty="0">
                <a:hlinkClick r:id="rId4"/>
              </a:rPr>
              <a:t>K70671013: BIG-IP LTM-DNS operations guide </a:t>
            </a:r>
            <a:endParaRPr lang="en-US" dirty="0"/>
          </a:p>
        </p:txBody>
      </p:sp>
    </p:spTree>
    <p:extLst>
      <p:ext uri="{BB962C8B-B14F-4D97-AF65-F5344CB8AC3E}">
        <p14:creationId xmlns:p14="http://schemas.microsoft.com/office/powerpoint/2010/main" val="175337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5453-C6F5-4613-A889-0B4982A2C0D8}"/>
              </a:ext>
            </a:extLst>
          </p:cNvPr>
          <p:cNvSpPr>
            <a:spLocks noGrp="1"/>
          </p:cNvSpPr>
          <p:nvPr>
            <p:ph type="title"/>
          </p:nvPr>
        </p:nvSpPr>
        <p:spPr/>
        <p:txBody>
          <a:bodyPr/>
          <a:lstStyle/>
          <a:p>
            <a:r>
              <a:rPr lang="en-US" dirty="0"/>
              <a:t>Architect and Deploy Applications </a:t>
            </a:r>
          </a:p>
        </p:txBody>
      </p:sp>
      <p:sp>
        <p:nvSpPr>
          <p:cNvPr id="3" name="Text Placeholder 2">
            <a:extLst>
              <a:ext uri="{FF2B5EF4-FFF2-40B4-BE49-F238E27FC236}">
                <a16:creationId xmlns:a16="http://schemas.microsoft.com/office/drawing/2014/main" id="{CE5AD864-FFD2-4819-B583-C43D844CB894}"/>
              </a:ext>
            </a:extLst>
          </p:cNvPr>
          <p:cNvSpPr>
            <a:spLocks noGrp="1"/>
          </p:cNvSpPr>
          <p:nvPr>
            <p:ph type="body" idx="1"/>
          </p:nvPr>
        </p:nvSpPr>
        <p:spPr>
          <a:xfrm>
            <a:off x="495952" y="4305300"/>
            <a:ext cx="7453993" cy="2095499"/>
          </a:xfrm>
        </p:spPr>
        <p:txBody>
          <a:bodyPr>
            <a:normAutofit/>
          </a:bodyPr>
          <a:lstStyle/>
          <a:p>
            <a:endParaRPr lang="en-US" dirty="0"/>
          </a:p>
        </p:txBody>
      </p:sp>
    </p:spTree>
    <p:extLst>
      <p:ext uri="{BB962C8B-B14F-4D97-AF65-F5344CB8AC3E}">
        <p14:creationId xmlns:p14="http://schemas.microsoft.com/office/powerpoint/2010/main" val="1333550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1.01</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45576"/>
            <a:ext cx="11008945" cy="5344124"/>
          </a:xfrm>
        </p:spPr>
        <p:txBody>
          <a:bodyPr>
            <a:normAutofit/>
          </a:bodyPr>
          <a:lstStyle/>
          <a:p>
            <a:r>
              <a:rPr lang="en-US" sz="2800" dirty="0"/>
              <a:t>Determine which configuration objects are necessary to optimally deploy an application </a:t>
            </a:r>
          </a:p>
          <a:p>
            <a:pPr marL="342900" indent="-342900">
              <a:buFont typeface="Arial" panose="020B0604020202020204" pitchFamily="34" charset="0"/>
              <a:buChar char="•"/>
            </a:pPr>
            <a:r>
              <a:rPr lang="en-US" dirty="0"/>
              <a:t>Determine least amount of configuration objects needed to deploy application</a:t>
            </a:r>
          </a:p>
          <a:p>
            <a:pPr marL="342900" indent="-342900">
              <a:buFont typeface="Arial" panose="020B0604020202020204" pitchFamily="34" charset="0"/>
              <a:buChar char="•"/>
            </a:pPr>
            <a:r>
              <a:rPr lang="en-US" dirty="0"/>
              <a:t>Understand dependencies of configuration objects</a:t>
            </a:r>
          </a:p>
          <a:p>
            <a:pPr marL="342900" indent="-342900">
              <a:buFont typeface="Arial" panose="020B0604020202020204" pitchFamily="34" charset="0"/>
              <a:buChar char="•"/>
            </a:pPr>
            <a:r>
              <a:rPr lang="en-US" dirty="0"/>
              <a:t>Understand needed LTM profiles to deploy an application</a:t>
            </a:r>
          </a:p>
          <a:p>
            <a:pPr marL="342900" indent="-342900">
              <a:buFont typeface="Arial" panose="020B0604020202020204" pitchFamily="34" charset="0"/>
              <a:buChar char="•"/>
            </a:pPr>
            <a:r>
              <a:rPr lang="en-US" dirty="0"/>
              <a:t>Identify unnecessary configurations objects</a:t>
            </a:r>
          </a:p>
          <a:p>
            <a:pPr marL="342900" indent="-342900">
              <a:buFont typeface="Arial" panose="020B0604020202020204" pitchFamily="34" charset="0"/>
              <a:buChar char="•"/>
            </a:pPr>
            <a:r>
              <a:rPr lang="en-US" dirty="0"/>
              <a:t>Understand the differences between virtual servers and virtual addresses</a:t>
            </a:r>
          </a:p>
          <a:p>
            <a:endParaRPr lang="en-US" sz="2800" dirty="0"/>
          </a:p>
          <a:p>
            <a:endParaRPr lang="en-US" sz="2800" dirty="0"/>
          </a:p>
        </p:txBody>
      </p:sp>
    </p:spTree>
    <p:extLst>
      <p:ext uri="{BB962C8B-B14F-4D97-AF65-F5344CB8AC3E}">
        <p14:creationId xmlns:p14="http://schemas.microsoft.com/office/powerpoint/2010/main" val="2090772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FE0182-C738-4EBF-8746-FA5D52C9E771}"/>
              </a:ext>
            </a:extLst>
          </p:cNvPr>
          <p:cNvSpPr>
            <a:spLocks noGrp="1"/>
          </p:cNvSpPr>
          <p:nvPr>
            <p:ph type="ftr" sz="quarter" idx="4294967295"/>
          </p:nvPr>
        </p:nvSpPr>
        <p:spPr>
          <a:xfrm>
            <a:off x="1165108" y="6482860"/>
            <a:ext cx="901935" cy="123111"/>
          </a:xfrm>
          <a:prstGeom prst="rect">
            <a:avLst/>
          </a:prstGeom>
        </p:spPr>
        <p:txBody>
          <a:bodyPr/>
          <a:lstStyle/>
          <a:p>
            <a:endParaRPr lang="en-US" dirty="0"/>
          </a:p>
        </p:txBody>
      </p:sp>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sz="1800" dirty="0">
                <a:hlinkClick r:id="rId2"/>
              </a:rPr>
              <a:t>https://techdocs.f5.com/kb/en-us/products/big-ip_ltm/manuals/product/tmos-routing-administration-13-1-0.html</a:t>
            </a:r>
            <a:r>
              <a:rPr lang="en-US" sz="1600" dirty="0"/>
              <a:t> </a:t>
            </a:r>
            <a:endParaRPr lang="en-US" sz="1800" dirty="0"/>
          </a:p>
          <a:p>
            <a:pPr lvl="1"/>
            <a:r>
              <a:rPr lang="en-US" dirty="0">
                <a:hlinkClick r:id="rId3"/>
              </a:rPr>
              <a:t>Manual Chapter : Interfaces</a:t>
            </a:r>
            <a:endParaRPr lang="en-US" dirty="0"/>
          </a:p>
          <a:p>
            <a:pPr lvl="1"/>
            <a:r>
              <a:rPr lang="en-US" dirty="0">
                <a:hlinkClick r:id="rId4"/>
              </a:rPr>
              <a:t>https://clouddocs.f5.com/cli/tmsh-reference/v13/</a:t>
            </a:r>
            <a:r>
              <a:rPr lang="en-US" dirty="0"/>
              <a:t>  with link to Full </a:t>
            </a:r>
            <a:r>
              <a:rPr lang="en-US" dirty="0">
                <a:hlinkClick r:id="rId5"/>
              </a:rPr>
              <a:t>TMSH Reference Guide </a:t>
            </a:r>
            <a:r>
              <a:rPr lang="en-US" dirty="0"/>
              <a:t>PDF</a:t>
            </a:r>
          </a:p>
          <a:p>
            <a:pPr lvl="1"/>
            <a:r>
              <a:rPr lang="en-US" dirty="0">
                <a:hlinkClick r:id="rId6"/>
              </a:rPr>
              <a:t>Manual Chapter: Trunks</a:t>
            </a:r>
            <a:r>
              <a:rPr lang="en-US" dirty="0"/>
              <a:t> </a:t>
            </a:r>
          </a:p>
          <a:p>
            <a:pPr lvl="1"/>
            <a:r>
              <a:rPr lang="en-US" dirty="0">
                <a:hlinkClick r:id="rId7"/>
              </a:rPr>
              <a:t>Manual Chapter : VLANs VLAN Groups and VXLAN</a:t>
            </a:r>
            <a:r>
              <a:rPr lang="en-US" dirty="0"/>
              <a:t> </a:t>
            </a:r>
          </a:p>
          <a:p>
            <a:pPr lvl="1"/>
            <a:r>
              <a:rPr lang="en-US" dirty="0">
                <a:hlinkClick r:id="rId8"/>
              </a:rPr>
              <a:t>Manual Chapter : Self IP Addresses</a:t>
            </a:r>
            <a:endParaRPr lang="en-US" dirty="0"/>
          </a:p>
          <a:p>
            <a:pPr lvl="1"/>
            <a:endParaRPr lang="en-US" dirty="0"/>
          </a:p>
          <a:p>
            <a:pPr lvl="1"/>
            <a:endParaRPr lang="en-US" dirty="0"/>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1394530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1.02</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Determine whether or not an application can be deployed with only the LTM module provisioned</a:t>
            </a:r>
          </a:p>
          <a:p>
            <a:pPr marL="342900" indent="-342900">
              <a:buFont typeface="Arial" panose="020B0604020202020204" pitchFamily="34" charset="0"/>
              <a:buChar char="•"/>
            </a:pPr>
            <a:r>
              <a:rPr lang="en-US" dirty="0"/>
              <a:t>Identify the functionality of LTM configuration objects</a:t>
            </a:r>
          </a:p>
          <a:p>
            <a:pPr marL="342900" indent="-342900">
              <a:buFont typeface="Arial" panose="020B0604020202020204" pitchFamily="34" charset="0"/>
              <a:buChar char="•"/>
            </a:pPr>
            <a:r>
              <a:rPr lang="en-US" dirty="0"/>
              <a:t>Identify LTM profile settings to deploy an application</a:t>
            </a:r>
          </a:p>
          <a:p>
            <a:pPr marL="342900" indent="-342900">
              <a:buFont typeface="Arial" panose="020B0604020202020204" pitchFamily="34" charset="0"/>
              <a:buChar char="•"/>
            </a:pPr>
            <a:r>
              <a:rPr lang="en-US" dirty="0"/>
              <a:t>Determine capabilities of LTM configuration objects</a:t>
            </a:r>
          </a:p>
          <a:p>
            <a:endParaRPr lang="en-US" sz="2800" dirty="0"/>
          </a:p>
          <a:p>
            <a:endParaRPr lang="en-US" sz="2800" dirty="0"/>
          </a:p>
        </p:txBody>
      </p:sp>
    </p:spTree>
    <p:extLst>
      <p:ext uri="{BB962C8B-B14F-4D97-AF65-F5344CB8AC3E}">
        <p14:creationId xmlns:p14="http://schemas.microsoft.com/office/powerpoint/2010/main" val="2382501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FE0182-C738-4EBF-8746-FA5D52C9E771}"/>
              </a:ext>
            </a:extLst>
          </p:cNvPr>
          <p:cNvSpPr>
            <a:spLocks noGrp="1"/>
          </p:cNvSpPr>
          <p:nvPr>
            <p:ph type="ftr" sz="quarter" idx="4294967295"/>
          </p:nvPr>
        </p:nvSpPr>
        <p:spPr>
          <a:xfrm>
            <a:off x="1165108" y="6482860"/>
            <a:ext cx="901935" cy="123111"/>
          </a:xfrm>
          <a:prstGeom prst="rect">
            <a:avLst/>
          </a:prstGeom>
        </p:spPr>
        <p:txBody>
          <a:bodyPr/>
          <a:lstStyle/>
          <a:p>
            <a:endParaRPr lang="en-US" dirty="0"/>
          </a:p>
        </p:txBody>
      </p:sp>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sz="1800" dirty="0">
                <a:hlinkClick r:id="rId2"/>
              </a:rPr>
              <a:t>https://techdocs.f5.com/kb/en-us/products/big-ip_ltm/manuals/product/tmos-routing-administration-13-1-0.html</a:t>
            </a:r>
            <a:r>
              <a:rPr lang="en-US" sz="1600" dirty="0"/>
              <a:t> </a:t>
            </a:r>
            <a:endParaRPr lang="en-US" sz="1800" dirty="0"/>
          </a:p>
          <a:p>
            <a:pPr lvl="1"/>
            <a:r>
              <a:rPr lang="en-US" dirty="0">
                <a:hlinkClick r:id="rId3"/>
              </a:rPr>
              <a:t>Manual Chapter : Interfaces</a:t>
            </a:r>
            <a:endParaRPr lang="en-US" dirty="0"/>
          </a:p>
          <a:p>
            <a:pPr lvl="1"/>
            <a:r>
              <a:rPr lang="en-US" dirty="0">
                <a:hlinkClick r:id="rId4"/>
              </a:rPr>
              <a:t>https://clouddocs.f5.com/cli/tmsh-reference/v13/</a:t>
            </a:r>
            <a:r>
              <a:rPr lang="en-US" dirty="0"/>
              <a:t>  with link to Full </a:t>
            </a:r>
            <a:r>
              <a:rPr lang="en-US" dirty="0">
                <a:hlinkClick r:id="rId5"/>
              </a:rPr>
              <a:t>TMSH Reference Guide </a:t>
            </a:r>
            <a:r>
              <a:rPr lang="en-US" dirty="0"/>
              <a:t>PDF</a:t>
            </a:r>
          </a:p>
          <a:p>
            <a:pPr lvl="1"/>
            <a:r>
              <a:rPr lang="en-US" dirty="0">
                <a:hlinkClick r:id="rId6"/>
              </a:rPr>
              <a:t>Manual Chapter: Trunks</a:t>
            </a:r>
            <a:r>
              <a:rPr lang="en-US" dirty="0"/>
              <a:t> </a:t>
            </a:r>
          </a:p>
          <a:p>
            <a:pPr lvl="1"/>
            <a:r>
              <a:rPr lang="en-US" dirty="0">
                <a:hlinkClick r:id="rId7"/>
              </a:rPr>
              <a:t>Manual Chapter : VLANs VLAN Groups and VXLAN</a:t>
            </a:r>
            <a:r>
              <a:rPr lang="en-US" dirty="0"/>
              <a:t> </a:t>
            </a:r>
          </a:p>
          <a:p>
            <a:pPr lvl="1"/>
            <a:r>
              <a:rPr lang="en-US" dirty="0">
                <a:hlinkClick r:id="rId8"/>
              </a:rPr>
              <a:t>Manual Chapter : Self IP Addresses</a:t>
            </a:r>
            <a:endParaRPr lang="en-US" dirty="0"/>
          </a:p>
          <a:p>
            <a:pPr lvl="1"/>
            <a:endParaRPr lang="en-US" dirty="0"/>
          </a:p>
          <a:p>
            <a:pPr lvl="1"/>
            <a:endParaRPr lang="en-US" dirty="0"/>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4023789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1.03</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Identify the difference between deployments (e.g., one arm, two arm, </a:t>
            </a:r>
            <a:r>
              <a:rPr lang="en-US" sz="2800" dirty="0" err="1"/>
              <a:t>npath</a:t>
            </a:r>
            <a:r>
              <a:rPr lang="en-US" sz="2800" dirty="0"/>
              <a:t>, Direct Server Return (DSR)</a:t>
            </a:r>
          </a:p>
          <a:p>
            <a:pPr marL="342900" indent="-342900">
              <a:buFont typeface="Arial" panose="020B0604020202020204" pitchFamily="34" charset="0"/>
              <a:buChar char="•"/>
            </a:pPr>
            <a:r>
              <a:rPr lang="en-US" dirty="0"/>
              <a:t>Identify configuration objects needed for L2/L3 </a:t>
            </a:r>
            <a:r>
              <a:rPr lang="en-US" dirty="0" err="1"/>
              <a:t>nPath</a:t>
            </a:r>
            <a:r>
              <a:rPr lang="en-US" dirty="0"/>
              <a:t> routing</a:t>
            </a:r>
          </a:p>
          <a:p>
            <a:pPr marL="342900" indent="-342900">
              <a:buFont typeface="Arial" panose="020B0604020202020204" pitchFamily="34" charset="0"/>
              <a:buChar char="•"/>
            </a:pPr>
            <a:r>
              <a:rPr lang="en-US" dirty="0"/>
              <a:t>Determine how the IP address changes when using DSR</a:t>
            </a:r>
          </a:p>
          <a:p>
            <a:pPr marL="342900" indent="-342900">
              <a:buFont typeface="Arial" panose="020B0604020202020204" pitchFamily="34" charset="0"/>
              <a:buChar char="•"/>
            </a:pPr>
            <a:r>
              <a:rPr lang="en-US" dirty="0"/>
              <a:t>Determine how IP addresses change when using a full proxy deployment</a:t>
            </a:r>
          </a:p>
          <a:p>
            <a:pPr marL="342900" indent="-342900">
              <a:buFont typeface="Arial" panose="020B0604020202020204" pitchFamily="34" charset="0"/>
              <a:buChar char="•"/>
            </a:pPr>
            <a:r>
              <a:rPr lang="en-US" dirty="0"/>
              <a:t>Plan the network considerations for one arm &amp; two arm deployments</a:t>
            </a:r>
          </a:p>
          <a:p>
            <a:pPr marL="342900" indent="-342900">
              <a:buFont typeface="Arial" panose="020B0604020202020204" pitchFamily="34" charset="0"/>
              <a:buChar char="•"/>
            </a:pPr>
            <a:r>
              <a:rPr lang="en-US" dirty="0"/>
              <a:t>Understand the importance of auto last-hop</a:t>
            </a:r>
          </a:p>
          <a:p>
            <a:endParaRPr lang="en-US" sz="2800" dirty="0"/>
          </a:p>
          <a:p>
            <a:endParaRPr lang="en-US" sz="2800" dirty="0"/>
          </a:p>
        </p:txBody>
      </p:sp>
    </p:spTree>
    <p:extLst>
      <p:ext uri="{BB962C8B-B14F-4D97-AF65-F5344CB8AC3E}">
        <p14:creationId xmlns:p14="http://schemas.microsoft.com/office/powerpoint/2010/main" val="3408824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3220420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1.04</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Choose correct profiles and settings to fit application requirements  </a:t>
            </a:r>
          </a:p>
          <a:p>
            <a:pPr marL="342900" indent="-342900">
              <a:buFont typeface="Arial" panose="020B0604020202020204" pitchFamily="34" charset="0"/>
              <a:buChar char="•"/>
            </a:pPr>
            <a:r>
              <a:rPr lang="en-US" dirty="0"/>
              <a:t>Identify LTM profile settings to deploy </a:t>
            </a:r>
            <a:r>
              <a:rPr lang="en-US" dirty="0" err="1"/>
              <a:t>OneConnect</a:t>
            </a:r>
            <a:endParaRPr lang="en-US" dirty="0"/>
          </a:p>
          <a:p>
            <a:pPr marL="342900" indent="-342900">
              <a:buFont typeface="Arial" panose="020B0604020202020204" pitchFamily="34" charset="0"/>
              <a:buChar char="•"/>
            </a:pPr>
            <a:r>
              <a:rPr lang="en-US" dirty="0"/>
              <a:t>Determine which profiles are needed to deploy an application </a:t>
            </a:r>
          </a:p>
          <a:p>
            <a:pPr marL="342900" indent="-342900">
              <a:buFont typeface="Arial" panose="020B0604020202020204" pitchFamily="34" charset="0"/>
              <a:buChar char="•"/>
            </a:pPr>
            <a:r>
              <a:rPr lang="en-US" dirty="0"/>
              <a:t>Compare and contrast different communication protocols (TCP, UDP, FastL4)</a:t>
            </a:r>
          </a:p>
          <a:p>
            <a:pPr marL="342900" indent="-342900">
              <a:buFont typeface="Arial" panose="020B0604020202020204" pitchFamily="34" charset="0"/>
              <a:buChar char="•"/>
            </a:pPr>
            <a:r>
              <a:rPr lang="en-US" dirty="0"/>
              <a:t>Compare performance impact of LTM profile settings</a:t>
            </a:r>
          </a:p>
          <a:p>
            <a:endParaRPr lang="en-US" sz="2800" dirty="0"/>
          </a:p>
          <a:p>
            <a:endParaRPr lang="en-US" sz="2800" dirty="0"/>
          </a:p>
        </p:txBody>
      </p:sp>
    </p:spTree>
    <p:extLst>
      <p:ext uri="{BB962C8B-B14F-4D97-AF65-F5344CB8AC3E}">
        <p14:creationId xmlns:p14="http://schemas.microsoft.com/office/powerpoint/2010/main" val="801840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740347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1.05</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Choose virtual server type and load balancing type to fit application requirements </a:t>
            </a:r>
          </a:p>
          <a:p>
            <a:pPr marL="342900" indent="-342900">
              <a:buFont typeface="Arial" panose="020B0604020202020204" pitchFamily="34" charset="0"/>
              <a:buChar char="•"/>
            </a:pPr>
            <a:r>
              <a:rPr lang="en-US" dirty="0"/>
              <a:t>Determine the difference between L2-L3 virtual servers</a:t>
            </a:r>
          </a:p>
          <a:p>
            <a:pPr marL="342900" indent="-342900">
              <a:buFont typeface="Arial" panose="020B0604020202020204" pitchFamily="34" charset="0"/>
              <a:buChar char="•"/>
            </a:pPr>
            <a:r>
              <a:rPr lang="en-US" dirty="0"/>
              <a:t>Compare and contrast standard and fastL4 virtual server types</a:t>
            </a:r>
          </a:p>
          <a:p>
            <a:pPr marL="342900" indent="-342900">
              <a:buFont typeface="Arial" panose="020B0604020202020204" pitchFamily="34" charset="0"/>
              <a:buChar char="•"/>
            </a:pPr>
            <a:r>
              <a:rPr lang="en-US" dirty="0"/>
              <a:t>Compare and contrast different load balancing methods</a:t>
            </a:r>
          </a:p>
          <a:p>
            <a:pPr marL="342900" indent="-342900">
              <a:buFont typeface="Arial" panose="020B0604020202020204" pitchFamily="34" charset="0"/>
              <a:buChar char="•"/>
            </a:pPr>
            <a:r>
              <a:rPr lang="en-US" dirty="0"/>
              <a:t>Identify different load balancing method use cases </a:t>
            </a:r>
          </a:p>
          <a:p>
            <a:endParaRPr lang="en-US" sz="2800" dirty="0"/>
          </a:p>
          <a:p>
            <a:endParaRPr lang="en-US" sz="2800" dirty="0"/>
          </a:p>
        </p:txBody>
      </p:sp>
    </p:spTree>
    <p:extLst>
      <p:ext uri="{BB962C8B-B14F-4D97-AF65-F5344CB8AC3E}">
        <p14:creationId xmlns:p14="http://schemas.microsoft.com/office/powerpoint/2010/main" val="4113456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4226281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1.06</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Determine how to architect and deploy multi-tier applications using LTM technology</a:t>
            </a:r>
          </a:p>
          <a:p>
            <a:pPr marL="342900" indent="-342900">
              <a:buFont typeface="Arial" panose="020B0604020202020204" pitchFamily="34" charset="0"/>
              <a:buChar char="•"/>
            </a:pPr>
            <a:r>
              <a:rPr lang="en-US" dirty="0"/>
              <a:t>Understand connection based architecture and when/how to apply SNAT/persistence/SSL settings in a multi-tiered environment</a:t>
            </a:r>
          </a:p>
          <a:p>
            <a:pPr marL="342900" indent="-342900">
              <a:buFont typeface="Arial" panose="020B0604020202020204" pitchFamily="34" charset="0"/>
              <a:buChar char="•"/>
            </a:pPr>
            <a:r>
              <a:rPr lang="en-US" dirty="0"/>
              <a:t>Identify which device handles specific configuration objects in a multi-tiered deployment</a:t>
            </a:r>
          </a:p>
          <a:p>
            <a:endParaRPr lang="en-US" sz="2800" dirty="0"/>
          </a:p>
          <a:p>
            <a:endParaRPr lang="en-US" sz="2800" dirty="0"/>
          </a:p>
        </p:txBody>
      </p:sp>
    </p:spTree>
    <p:extLst>
      <p:ext uri="{BB962C8B-B14F-4D97-AF65-F5344CB8AC3E}">
        <p14:creationId xmlns:p14="http://schemas.microsoft.com/office/powerpoint/2010/main" val="2945185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3922511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1.07</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Distinguish between packet based versus connection-based load balancing </a:t>
            </a:r>
          </a:p>
          <a:p>
            <a:pPr marL="342900" indent="-342900">
              <a:buFont typeface="Arial" panose="020B0604020202020204" pitchFamily="34" charset="0"/>
              <a:buChar char="•"/>
            </a:pPr>
            <a:r>
              <a:rPr lang="en-US" dirty="0"/>
              <a:t>Demonstrate when to use packet based load balancing</a:t>
            </a:r>
          </a:p>
          <a:p>
            <a:pPr marL="342900" indent="-342900">
              <a:buFont typeface="Arial" panose="020B0604020202020204" pitchFamily="34" charset="0"/>
              <a:buChar char="•"/>
            </a:pPr>
            <a:r>
              <a:rPr lang="en-US" dirty="0"/>
              <a:t>Demonstrate when to use connection based load balancing</a:t>
            </a:r>
          </a:p>
          <a:p>
            <a:endParaRPr lang="en-US" sz="2800" dirty="0"/>
          </a:p>
          <a:p>
            <a:endParaRPr lang="en-US" sz="2800" dirty="0"/>
          </a:p>
        </p:txBody>
      </p:sp>
    </p:spTree>
    <p:extLst>
      <p:ext uri="{BB962C8B-B14F-4D97-AF65-F5344CB8AC3E}">
        <p14:creationId xmlns:p14="http://schemas.microsoft.com/office/powerpoint/2010/main" val="2636061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2937544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1.08</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Determine which configuration objects are necessary for applications that need the original client IP address</a:t>
            </a:r>
          </a:p>
          <a:p>
            <a:pPr marL="342900" indent="-342900">
              <a:buFont typeface="Arial" panose="020B0604020202020204" pitchFamily="34" charset="0"/>
              <a:buChar char="•"/>
            </a:pPr>
            <a:r>
              <a:rPr lang="en-US" dirty="0"/>
              <a:t>Determine when SNAT is required</a:t>
            </a:r>
          </a:p>
          <a:p>
            <a:pPr marL="342900" indent="-342900">
              <a:buFont typeface="Arial" panose="020B0604020202020204" pitchFamily="34" charset="0"/>
              <a:buChar char="•"/>
            </a:pPr>
            <a:r>
              <a:rPr lang="en-US" dirty="0"/>
              <a:t>Determine the required SNAT type</a:t>
            </a:r>
          </a:p>
          <a:p>
            <a:pPr marL="342900" indent="-342900">
              <a:buFont typeface="Arial" panose="020B0604020202020204" pitchFamily="34" charset="0"/>
              <a:buChar char="•"/>
            </a:pPr>
            <a:r>
              <a:rPr lang="en-US" dirty="0"/>
              <a:t>Identify functions of X-forwarded-for</a:t>
            </a:r>
          </a:p>
          <a:p>
            <a:pPr marL="342900" indent="-342900">
              <a:buFont typeface="Arial" panose="020B0604020202020204" pitchFamily="34" charset="0"/>
              <a:buChar char="•"/>
            </a:pPr>
            <a:r>
              <a:rPr lang="en-US" dirty="0"/>
              <a:t>Outline the steps needed to return the traffic to LTM without SNAT</a:t>
            </a:r>
          </a:p>
          <a:p>
            <a:endParaRPr lang="en-US" sz="2800" dirty="0"/>
          </a:p>
          <a:p>
            <a:endParaRPr lang="en-US" sz="2800" dirty="0"/>
          </a:p>
        </p:txBody>
      </p:sp>
    </p:spTree>
    <p:extLst>
      <p:ext uri="{BB962C8B-B14F-4D97-AF65-F5344CB8AC3E}">
        <p14:creationId xmlns:p14="http://schemas.microsoft.com/office/powerpoint/2010/main" val="787635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3642650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1.09</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Identify the matching order of multiple virtual servers </a:t>
            </a:r>
          </a:p>
          <a:p>
            <a:pPr marL="342900" indent="-342900">
              <a:buFont typeface="Arial" panose="020B0604020202020204" pitchFamily="34" charset="0"/>
              <a:buChar char="•"/>
            </a:pPr>
            <a:r>
              <a:rPr lang="en-US" dirty="0"/>
              <a:t>Identify which virtual server would process particular traffic</a:t>
            </a:r>
          </a:p>
          <a:p>
            <a:pPr marL="342900" indent="-342900">
              <a:buFont typeface="Arial" panose="020B0604020202020204" pitchFamily="34" charset="0"/>
              <a:buChar char="•"/>
            </a:pPr>
            <a:r>
              <a:rPr lang="en-US" dirty="0"/>
              <a:t>Identify why the virtual server fails to receive traffic</a:t>
            </a:r>
          </a:p>
          <a:p>
            <a:endParaRPr lang="en-US" sz="2800" dirty="0"/>
          </a:p>
          <a:p>
            <a:endParaRPr lang="en-US" sz="2800" dirty="0"/>
          </a:p>
        </p:txBody>
      </p:sp>
    </p:spTree>
    <p:extLst>
      <p:ext uri="{BB962C8B-B14F-4D97-AF65-F5344CB8AC3E}">
        <p14:creationId xmlns:p14="http://schemas.microsoft.com/office/powerpoint/2010/main" val="382524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1948295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1.10</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Given a basic </a:t>
            </a:r>
            <a:r>
              <a:rPr lang="en-US" sz="2800" dirty="0" err="1"/>
              <a:t>iRule's</a:t>
            </a:r>
            <a:r>
              <a:rPr lang="en-US" sz="2800" dirty="0"/>
              <a:t> functionality, determine the profiles and configuration options necessary to implement the </a:t>
            </a:r>
            <a:r>
              <a:rPr lang="en-US" sz="2800" dirty="0" err="1"/>
              <a:t>iRule</a:t>
            </a:r>
            <a:endParaRPr lang="en-US" sz="2800" dirty="0"/>
          </a:p>
          <a:p>
            <a:pPr marL="342900" indent="-342900">
              <a:buFont typeface="Arial" panose="020B0604020202020204" pitchFamily="34" charset="0"/>
              <a:buChar char="•"/>
            </a:pPr>
            <a:r>
              <a:rPr lang="en-US" dirty="0"/>
              <a:t>Determine what virtual server profile is necessary</a:t>
            </a:r>
          </a:p>
          <a:p>
            <a:pPr marL="342900" indent="-342900">
              <a:buFont typeface="Arial" panose="020B0604020202020204" pitchFamily="34" charset="0"/>
              <a:buChar char="•"/>
            </a:pPr>
            <a:r>
              <a:rPr lang="en-US" dirty="0"/>
              <a:t>Determine when persistence profile is necessary</a:t>
            </a:r>
          </a:p>
          <a:p>
            <a:endParaRPr lang="en-US" sz="2800" dirty="0"/>
          </a:p>
          <a:p>
            <a:endParaRPr lang="en-US" sz="2800" dirty="0"/>
          </a:p>
        </p:txBody>
      </p:sp>
    </p:spTree>
    <p:extLst>
      <p:ext uri="{BB962C8B-B14F-4D97-AF65-F5344CB8AC3E}">
        <p14:creationId xmlns:p14="http://schemas.microsoft.com/office/powerpoint/2010/main" val="2674502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458780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1.11</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Describe how to deploy applications using </a:t>
            </a:r>
            <a:r>
              <a:rPr lang="en-US" sz="2800" dirty="0" err="1"/>
              <a:t>iApp</a:t>
            </a:r>
            <a:r>
              <a:rPr lang="en-US" sz="2800" dirty="0"/>
              <a:t> templates  </a:t>
            </a:r>
          </a:p>
          <a:p>
            <a:pPr marL="342900" indent="-342900">
              <a:buFont typeface="Arial" panose="020B0604020202020204" pitchFamily="34" charset="0"/>
              <a:buChar char="•"/>
            </a:pPr>
            <a:r>
              <a:rPr lang="en-US" dirty="0"/>
              <a:t>Identify when an </a:t>
            </a:r>
            <a:r>
              <a:rPr lang="en-US" dirty="0" err="1"/>
              <a:t>iApp</a:t>
            </a:r>
            <a:r>
              <a:rPr lang="en-US" dirty="0"/>
              <a:t> is appropriate</a:t>
            </a:r>
          </a:p>
          <a:p>
            <a:pPr marL="342900" indent="-342900">
              <a:buFont typeface="Arial" panose="020B0604020202020204" pitchFamily="34" charset="0"/>
              <a:buChar char="•"/>
            </a:pPr>
            <a:r>
              <a:rPr lang="en-US" dirty="0"/>
              <a:t>Recognize how to modify an application deployed with an </a:t>
            </a:r>
            <a:r>
              <a:rPr lang="en-US" dirty="0" err="1"/>
              <a:t>iApp</a:t>
            </a:r>
            <a:endParaRPr lang="en-US" dirty="0"/>
          </a:p>
          <a:p>
            <a:pPr marL="342900" indent="-342900">
              <a:buFont typeface="Arial" panose="020B0604020202020204" pitchFamily="34" charset="0"/>
              <a:buChar char="•"/>
            </a:pPr>
            <a:r>
              <a:rPr lang="en-US" dirty="0"/>
              <a:t>Identify objects created by an </a:t>
            </a:r>
            <a:r>
              <a:rPr lang="en-US" dirty="0" err="1"/>
              <a:t>iApp</a:t>
            </a:r>
            <a:endParaRPr lang="en-US" dirty="0"/>
          </a:p>
          <a:p>
            <a:endParaRPr lang="en-US" sz="2800" dirty="0"/>
          </a:p>
          <a:p>
            <a:endParaRPr lang="en-US" sz="2800" dirty="0"/>
          </a:p>
        </p:txBody>
      </p:sp>
    </p:spTree>
    <p:extLst>
      <p:ext uri="{BB962C8B-B14F-4D97-AF65-F5344CB8AC3E}">
        <p14:creationId xmlns:p14="http://schemas.microsoft.com/office/powerpoint/2010/main" val="2720184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lang="en-US" dirty="0">
                <a:hlinkClick r:id="rId2"/>
              </a:rPr>
              <a:t>Manual Chapter : NATS and SNATs</a:t>
            </a:r>
            <a:endParaRPr lang="en-US" dirty="0"/>
          </a:p>
          <a:p>
            <a:pPr lvl="1"/>
            <a:r>
              <a:rPr lang="en-US" dirty="0">
                <a:hlinkClick r:id="rId3"/>
              </a:rPr>
              <a:t>K7336: The SNAT Automap and self IP address selection </a:t>
            </a:r>
            <a:endParaRPr lang="en-US" dirty="0"/>
          </a:p>
          <a:p>
            <a:pPr lvl="1"/>
            <a:r>
              <a:rPr lang="en-US" dirty="0">
                <a:hlinkClick r:id="rId4"/>
              </a:rPr>
              <a:t>K7820: Overview of SNAT features</a:t>
            </a:r>
            <a:endParaRPr lang="en-US" dirty="0"/>
          </a:p>
          <a:p>
            <a:pPr lvl="1"/>
            <a:r>
              <a:rPr lang="en-US" dirty="0">
                <a:hlinkClick r:id="rId5"/>
              </a:rPr>
              <a:t>K8246: How the BIG-IP system handles SNAT port exhaustion</a:t>
            </a:r>
            <a:endParaRPr lang="en-US" dirty="0"/>
          </a:p>
          <a:p>
            <a:pPr lvl="1"/>
            <a:r>
              <a:rPr lang="en-US" dirty="0">
                <a:hlinkClick r:id="rId6"/>
              </a:rPr>
              <a:t>K9038: The order of precedence for local traffic object listeners</a:t>
            </a:r>
            <a:endParaRPr lang="en-US" dirty="0"/>
          </a:p>
          <a:p>
            <a:pPr lvl="1"/>
            <a:r>
              <a:rPr lang="en-US" dirty="0">
                <a:hlinkClick r:id="rId7"/>
              </a:rPr>
              <a:t>K14800: Order of precedence for virtual server matching (11.3.0 and later)</a:t>
            </a:r>
            <a:endParaRPr lang="en-US" dirty="0"/>
          </a:p>
          <a:p>
            <a:pPr lvl="1"/>
            <a:r>
              <a:rPr lang="en-US" dirty="0">
                <a:hlinkClick r:id="rId8"/>
              </a:rPr>
              <a:t>Manual Chapter : Setting Connection Limits</a:t>
            </a:r>
            <a:r>
              <a:rPr lang="en-US" dirty="0"/>
              <a:t> </a:t>
            </a:r>
          </a:p>
          <a:p>
            <a:pPr lvl="2"/>
            <a:r>
              <a:rPr lang="en-US" dirty="0">
                <a:hlinkClick r:id="rId9"/>
              </a:rPr>
              <a:t>K8457: Connection limits for a CMP system are enforced per TMM instance</a:t>
            </a:r>
            <a:r>
              <a:rPr lang="en-US" dirty="0"/>
              <a:t> </a:t>
            </a:r>
          </a:p>
          <a:p>
            <a:pPr lvl="1"/>
            <a:r>
              <a:rPr lang="en-US" sz="1800" dirty="0">
                <a:hlinkClick r:id="rId10"/>
              </a:rPr>
              <a:t>Manual: Session Persistence Profiles</a:t>
            </a:r>
            <a:endParaRPr lang="en-US" sz="1800" dirty="0"/>
          </a:p>
          <a:p>
            <a:pPr lvl="1"/>
            <a:endParaRPr lang="en-US" sz="1800"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1836272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5453-C6F5-4613-A889-0B4982A2C0D8}"/>
              </a:ext>
            </a:extLst>
          </p:cNvPr>
          <p:cNvSpPr>
            <a:spLocks noGrp="1"/>
          </p:cNvSpPr>
          <p:nvPr>
            <p:ph type="title"/>
          </p:nvPr>
        </p:nvSpPr>
        <p:spPr>
          <a:xfrm>
            <a:off x="495952" y="1943101"/>
            <a:ext cx="10917912" cy="2971799"/>
          </a:xfrm>
        </p:spPr>
        <p:txBody>
          <a:bodyPr/>
          <a:lstStyle/>
          <a:p>
            <a:pPr algn="ctr"/>
            <a:r>
              <a:rPr lang="en-US" dirty="0"/>
              <a:t>Set Up, Administer, and Secure LTM Devices</a:t>
            </a:r>
          </a:p>
        </p:txBody>
      </p:sp>
      <p:sp>
        <p:nvSpPr>
          <p:cNvPr id="3" name="Text Placeholder 2">
            <a:extLst>
              <a:ext uri="{FF2B5EF4-FFF2-40B4-BE49-F238E27FC236}">
                <a16:creationId xmlns:a16="http://schemas.microsoft.com/office/drawing/2014/main" id="{CE5AD864-FFD2-4819-B583-C43D844CB894}"/>
              </a:ext>
            </a:extLst>
          </p:cNvPr>
          <p:cNvSpPr>
            <a:spLocks noGrp="1"/>
          </p:cNvSpPr>
          <p:nvPr>
            <p:ph type="body" idx="1"/>
          </p:nvPr>
        </p:nvSpPr>
        <p:spPr>
          <a:xfrm>
            <a:off x="495952" y="4658061"/>
            <a:ext cx="7453993" cy="1742738"/>
          </a:xfrm>
        </p:spPr>
        <p:txBody>
          <a:bodyPr>
            <a:normAutofit/>
          </a:bodyPr>
          <a:lstStyle/>
          <a:p>
            <a:endParaRPr lang="en-US" dirty="0"/>
          </a:p>
        </p:txBody>
      </p:sp>
    </p:spTree>
    <p:extLst>
      <p:ext uri="{BB962C8B-B14F-4D97-AF65-F5344CB8AC3E}">
        <p14:creationId xmlns:p14="http://schemas.microsoft.com/office/powerpoint/2010/main" val="3764953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2.01</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to secure Self IPs</a:t>
            </a:r>
            <a:endParaRPr lang="en-US" dirty="0"/>
          </a:p>
          <a:p>
            <a:pPr marL="342900" indent="-342900">
              <a:buFont typeface="Arial" panose="020B0604020202020204" pitchFamily="34" charset="0"/>
              <a:buChar char="•"/>
            </a:pPr>
            <a:r>
              <a:rPr lang="en-US" dirty="0"/>
              <a:t>Identify which administrative services need to be accessible </a:t>
            </a:r>
          </a:p>
          <a:p>
            <a:pPr marL="342900" indent="-342900">
              <a:buFont typeface="Arial" panose="020B0604020202020204" pitchFamily="34" charset="0"/>
              <a:buChar char="•"/>
            </a:pPr>
            <a:r>
              <a:rPr lang="en-US" dirty="0"/>
              <a:t>Identify which configurations objects are allowing accessibility</a:t>
            </a:r>
          </a:p>
          <a:p>
            <a:pPr marL="342900" indent="-342900">
              <a:buFont typeface="Arial" panose="020B0604020202020204" pitchFamily="34" charset="0"/>
              <a:buChar char="•"/>
            </a:pPr>
            <a:r>
              <a:rPr lang="en-US" dirty="0"/>
              <a:t>Identify which services must be enabled for HA availability between devices</a:t>
            </a:r>
          </a:p>
          <a:p>
            <a:endParaRPr lang="en-US" sz="2800" dirty="0"/>
          </a:p>
          <a:p>
            <a:endParaRPr lang="en-US" sz="2800" dirty="0"/>
          </a:p>
        </p:txBody>
      </p:sp>
    </p:spTree>
    <p:extLst>
      <p:ext uri="{BB962C8B-B14F-4D97-AF65-F5344CB8AC3E}">
        <p14:creationId xmlns:p14="http://schemas.microsoft.com/office/powerpoint/2010/main" val="3015744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749128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2.02</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to secure virtual servers </a:t>
            </a:r>
          </a:p>
          <a:p>
            <a:pPr marL="342900" indent="-342900">
              <a:buFont typeface="Arial" panose="020B0604020202020204" pitchFamily="34" charset="0"/>
              <a:buChar char="•"/>
            </a:pPr>
            <a:r>
              <a:rPr lang="en-US" dirty="0"/>
              <a:t>Determine how to limit access to virtual servers </a:t>
            </a:r>
          </a:p>
          <a:p>
            <a:pPr marL="342900" indent="-342900">
              <a:buFont typeface="Arial" panose="020B0604020202020204" pitchFamily="34" charset="0"/>
              <a:buChar char="•"/>
            </a:pPr>
            <a:r>
              <a:rPr lang="en-US" dirty="0"/>
              <a:t>Compare and contrast different virtual server types</a:t>
            </a:r>
          </a:p>
          <a:p>
            <a:pPr marL="342900" indent="-342900">
              <a:buFont typeface="Arial" panose="020B0604020202020204" pitchFamily="34" charset="0"/>
              <a:buChar char="•"/>
            </a:pPr>
            <a:r>
              <a:rPr lang="en-US" dirty="0"/>
              <a:t>Identify LTM profiles setting to limit access to virtual server resources</a:t>
            </a:r>
          </a:p>
          <a:p>
            <a:endParaRPr lang="en-US" sz="2800" dirty="0"/>
          </a:p>
          <a:p>
            <a:endParaRPr lang="en-US" sz="2800" dirty="0"/>
          </a:p>
        </p:txBody>
      </p:sp>
    </p:spTree>
    <p:extLst>
      <p:ext uri="{BB962C8B-B14F-4D97-AF65-F5344CB8AC3E}">
        <p14:creationId xmlns:p14="http://schemas.microsoft.com/office/powerpoint/2010/main" val="823264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152990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2.03</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to perform basic device configuration</a:t>
            </a:r>
          </a:p>
          <a:p>
            <a:pPr marL="342900" indent="-342900">
              <a:buFont typeface="Arial" panose="020B0604020202020204" pitchFamily="34" charset="0"/>
              <a:buChar char="•"/>
            </a:pPr>
            <a:r>
              <a:rPr lang="en-US" dirty="0"/>
              <a:t> Identify how to synch time/date amongst LTM devices</a:t>
            </a:r>
          </a:p>
          <a:p>
            <a:pPr marL="342900" indent="-342900">
              <a:buFont typeface="Arial" panose="020B0604020202020204" pitchFamily="34" charset="0"/>
              <a:buChar char="•"/>
            </a:pPr>
            <a:r>
              <a:rPr lang="en-US" dirty="0"/>
              <a:t>Determine how to limit administrative access to LTM device (GUI/CLI)</a:t>
            </a:r>
          </a:p>
          <a:p>
            <a:pPr marL="342900" indent="-342900">
              <a:buFont typeface="Arial" panose="020B0604020202020204" pitchFamily="34" charset="0"/>
              <a:buChar char="•"/>
            </a:pPr>
            <a:r>
              <a:rPr lang="en-US" dirty="0"/>
              <a:t>Identify how to restrict access to administrative partitions</a:t>
            </a:r>
          </a:p>
          <a:p>
            <a:endParaRPr lang="en-US" sz="2800" dirty="0"/>
          </a:p>
          <a:p>
            <a:endParaRPr lang="en-US" sz="2800" dirty="0"/>
          </a:p>
        </p:txBody>
      </p:sp>
    </p:spTree>
    <p:extLst>
      <p:ext uri="{BB962C8B-B14F-4D97-AF65-F5344CB8AC3E}">
        <p14:creationId xmlns:p14="http://schemas.microsoft.com/office/powerpoint/2010/main" val="1570321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398BD0-251C-4588-8337-B28FE4EDA1A2}"/>
              </a:ext>
            </a:extLst>
          </p:cNvPr>
          <p:cNvSpPr>
            <a:spLocks noGrp="1"/>
          </p:cNvSpPr>
          <p:nvPr>
            <p:ph idx="1"/>
          </p:nvPr>
        </p:nvSpPr>
        <p:spPr>
          <a:xfrm>
            <a:off x="457199" y="1967113"/>
            <a:ext cx="6141905" cy="4456946"/>
          </a:xfrm>
        </p:spPr>
        <p:txBody>
          <a:bodyPr>
            <a:normAutofit/>
          </a:bodyPr>
          <a:lstStyle/>
          <a:p>
            <a:r>
              <a:rPr lang="en-US" dirty="0"/>
              <a:t>DNS Lookup Server List enables users to use the following for accessing virtual servers, nodes, or other network objects.</a:t>
            </a:r>
          </a:p>
          <a:p>
            <a:pPr lvl="1"/>
            <a:r>
              <a:rPr lang="en-US" dirty="0"/>
              <a:t>IP addresses</a:t>
            </a:r>
          </a:p>
          <a:p>
            <a:pPr lvl="1"/>
            <a:r>
              <a:rPr lang="en-US" dirty="0"/>
              <a:t>host names</a:t>
            </a:r>
          </a:p>
          <a:p>
            <a:pPr lvl="1"/>
            <a:r>
              <a:rPr lang="en-US" dirty="0"/>
              <a:t>fully-qualified domain names (FQDNs) </a:t>
            </a:r>
          </a:p>
          <a:p>
            <a:r>
              <a:rPr lang="en-US" dirty="0"/>
              <a:t>The DNS Search Domain List enables BIG-IP to search for local domain lookups to resolve local host names.</a:t>
            </a:r>
          </a:p>
          <a:p>
            <a:r>
              <a:rPr lang="en-US" dirty="0"/>
              <a:t>Additionally, you can manually configure the BIND Forwarder Server List that provides DNS resolution for servers and other equipment load-balanced by the BIG-IP system (for the servers that the BIG-IP system uses for DNS proxy services).</a:t>
            </a:r>
          </a:p>
        </p:txBody>
      </p:sp>
      <p:sp>
        <p:nvSpPr>
          <p:cNvPr id="3" name="Text Placeholder 2">
            <a:extLst>
              <a:ext uri="{FF2B5EF4-FFF2-40B4-BE49-F238E27FC236}">
                <a16:creationId xmlns:a16="http://schemas.microsoft.com/office/drawing/2014/main" id="{DEFE8F8A-1E4D-490A-AC1B-1817A29C7923}"/>
              </a:ext>
            </a:extLst>
          </p:cNvPr>
          <p:cNvSpPr>
            <a:spLocks noGrp="1"/>
          </p:cNvSpPr>
          <p:nvPr>
            <p:ph type="body" idx="13"/>
          </p:nvPr>
        </p:nvSpPr>
        <p:spPr/>
        <p:txBody>
          <a:bodyPr/>
          <a:lstStyle/>
          <a:p>
            <a:r>
              <a:rPr lang="en-US" dirty="0">
                <a:hlinkClick r:id="rId2"/>
              </a:rPr>
              <a:t>Manual Chapter : General Configuration Properties</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3.09 Show proper configuration for: DNS</a:t>
            </a:r>
            <a:r>
              <a:rPr lang="en-US" sz="3200" dirty="0">
                <a:solidFill>
                  <a:schemeClr val="bg1">
                    <a:lumMod val="85000"/>
                  </a:schemeClr>
                </a:solidFill>
              </a:rPr>
              <a:t>, NTP, SNMP, syslog</a:t>
            </a:r>
          </a:p>
        </p:txBody>
      </p:sp>
      <p:pic>
        <p:nvPicPr>
          <p:cNvPr id="7" name="Picture 6">
            <a:extLst>
              <a:ext uri="{FF2B5EF4-FFF2-40B4-BE49-F238E27FC236}">
                <a16:creationId xmlns:a16="http://schemas.microsoft.com/office/drawing/2014/main" id="{92413F85-3CAB-4549-B25B-657F178213DA}"/>
              </a:ext>
            </a:extLst>
          </p:cNvPr>
          <p:cNvPicPr>
            <a:picLocks noChangeAspect="1"/>
          </p:cNvPicPr>
          <p:nvPr/>
        </p:nvPicPr>
        <p:blipFill>
          <a:blip r:embed="rId3"/>
          <a:stretch>
            <a:fillRect/>
          </a:stretch>
        </p:blipFill>
        <p:spPr>
          <a:xfrm>
            <a:off x="7078797" y="1502979"/>
            <a:ext cx="4063313" cy="4890887"/>
          </a:xfrm>
          <a:prstGeom prst="rect">
            <a:avLst/>
          </a:prstGeom>
        </p:spPr>
      </p:pic>
    </p:spTree>
    <p:extLst>
      <p:ext uri="{BB962C8B-B14F-4D97-AF65-F5344CB8AC3E}">
        <p14:creationId xmlns:p14="http://schemas.microsoft.com/office/powerpoint/2010/main" val="2575434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3ABD37-35AD-42AC-88F0-35A1067DF508}"/>
              </a:ext>
            </a:extLst>
          </p:cNvPr>
          <p:cNvSpPr>
            <a:spLocks noGrp="1"/>
          </p:cNvSpPr>
          <p:nvPr>
            <p:ph idx="1"/>
          </p:nvPr>
        </p:nvSpPr>
        <p:spPr/>
        <p:txBody>
          <a:bodyPr/>
          <a:lstStyle/>
          <a:p>
            <a:r>
              <a:rPr lang="en-US" dirty="0"/>
              <a:t>NTP is essential for:</a:t>
            </a:r>
          </a:p>
          <a:p>
            <a:pPr lvl="1"/>
            <a:r>
              <a:rPr lang="en-US" dirty="0"/>
              <a:t>Device Service Clusters</a:t>
            </a:r>
          </a:p>
          <a:p>
            <a:pPr lvl="1"/>
            <a:r>
              <a:rPr lang="en-US" dirty="0" err="1"/>
              <a:t>Configsync</a:t>
            </a:r>
            <a:endParaRPr lang="en-US" dirty="0"/>
          </a:p>
          <a:p>
            <a:pPr lvl="1"/>
            <a:r>
              <a:rPr lang="en-US" dirty="0"/>
              <a:t>Logging</a:t>
            </a:r>
          </a:p>
        </p:txBody>
      </p:sp>
      <p:sp>
        <p:nvSpPr>
          <p:cNvPr id="3" name="Text Placeholder 2">
            <a:extLst>
              <a:ext uri="{FF2B5EF4-FFF2-40B4-BE49-F238E27FC236}">
                <a16:creationId xmlns:a16="http://schemas.microsoft.com/office/drawing/2014/main" id="{64950AD3-5E68-491F-A278-F6161C132B49}"/>
              </a:ext>
            </a:extLst>
          </p:cNvPr>
          <p:cNvSpPr>
            <a:spLocks noGrp="1"/>
          </p:cNvSpPr>
          <p:nvPr>
            <p:ph type="body" idx="13"/>
          </p:nvPr>
        </p:nvSpPr>
        <p:spPr>
          <a:xfrm>
            <a:off x="457200" y="1256758"/>
            <a:ext cx="11274552" cy="492443"/>
          </a:xfrm>
        </p:spPr>
        <p:txBody>
          <a:bodyPr/>
          <a:lstStyle/>
          <a:p>
            <a:r>
              <a:rPr lang="en-US" dirty="0">
                <a:hlinkClick r:id="rId2"/>
              </a:rPr>
              <a:t>Manual Chapter : General Configuration Properties</a:t>
            </a:r>
            <a:r>
              <a:rPr lang="en-US" dirty="0"/>
              <a:t> </a:t>
            </a:r>
          </a:p>
          <a:p>
            <a:r>
              <a:rPr lang="en-US" dirty="0">
                <a:hlinkClick r:id="rId3"/>
              </a:rPr>
              <a:t>K13380: Configuring the BIG-IP system to use an NTP server from the command line (11.x - 13.x)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3.09 Show proper configuration for: </a:t>
            </a:r>
            <a:r>
              <a:rPr lang="en-US" sz="3200" dirty="0">
                <a:solidFill>
                  <a:schemeClr val="bg1">
                    <a:lumMod val="85000"/>
                  </a:schemeClr>
                </a:solidFill>
              </a:rPr>
              <a:t>DNS, </a:t>
            </a:r>
            <a:r>
              <a:rPr lang="en-US" sz="3200" dirty="0"/>
              <a:t>NTP</a:t>
            </a:r>
            <a:r>
              <a:rPr lang="en-US" sz="3200" dirty="0">
                <a:solidFill>
                  <a:schemeClr val="bg1">
                    <a:lumMod val="85000"/>
                  </a:schemeClr>
                </a:solidFill>
              </a:rPr>
              <a:t>, SNMP, syslog</a:t>
            </a:r>
          </a:p>
        </p:txBody>
      </p:sp>
      <p:pic>
        <p:nvPicPr>
          <p:cNvPr id="7" name="Picture 6">
            <a:extLst>
              <a:ext uri="{FF2B5EF4-FFF2-40B4-BE49-F238E27FC236}">
                <a16:creationId xmlns:a16="http://schemas.microsoft.com/office/drawing/2014/main" id="{F51306BE-D75A-4B54-BAC5-9E1D7BA1E847}"/>
              </a:ext>
            </a:extLst>
          </p:cNvPr>
          <p:cNvPicPr>
            <a:picLocks noChangeAspect="1"/>
          </p:cNvPicPr>
          <p:nvPr/>
        </p:nvPicPr>
        <p:blipFill>
          <a:blip r:embed="rId4"/>
          <a:stretch>
            <a:fillRect/>
          </a:stretch>
        </p:blipFill>
        <p:spPr>
          <a:xfrm>
            <a:off x="3544546" y="1967113"/>
            <a:ext cx="6381652" cy="4196630"/>
          </a:xfrm>
          <a:prstGeom prst="rect">
            <a:avLst/>
          </a:prstGeom>
        </p:spPr>
      </p:pic>
    </p:spTree>
    <p:extLst>
      <p:ext uri="{BB962C8B-B14F-4D97-AF65-F5344CB8AC3E}">
        <p14:creationId xmlns:p14="http://schemas.microsoft.com/office/powerpoint/2010/main" val="4246976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C07D0A-1287-426D-A2A7-11FAE69375A0}"/>
              </a:ext>
            </a:extLst>
          </p:cNvPr>
          <p:cNvPicPr>
            <a:picLocks noChangeAspect="1"/>
          </p:cNvPicPr>
          <p:nvPr/>
        </p:nvPicPr>
        <p:blipFill>
          <a:blip r:embed="rId3"/>
          <a:stretch>
            <a:fillRect/>
          </a:stretch>
        </p:blipFill>
        <p:spPr>
          <a:xfrm>
            <a:off x="7273207" y="1692625"/>
            <a:ext cx="4760943" cy="5014800"/>
          </a:xfrm>
          <a:prstGeom prst="rect">
            <a:avLst/>
          </a:prstGeom>
        </p:spPr>
      </p:pic>
      <p:sp>
        <p:nvSpPr>
          <p:cNvPr id="2" name="Content Placeholder 1">
            <a:extLst>
              <a:ext uri="{FF2B5EF4-FFF2-40B4-BE49-F238E27FC236}">
                <a16:creationId xmlns:a16="http://schemas.microsoft.com/office/drawing/2014/main" id="{BBDD820B-5806-49A9-B461-A2435CF9F94D}"/>
              </a:ext>
            </a:extLst>
          </p:cNvPr>
          <p:cNvSpPr>
            <a:spLocks noGrp="1"/>
          </p:cNvSpPr>
          <p:nvPr>
            <p:ph idx="1"/>
          </p:nvPr>
        </p:nvSpPr>
        <p:spPr>
          <a:xfrm>
            <a:off x="457199" y="1688186"/>
            <a:ext cx="6663601" cy="4735873"/>
          </a:xfrm>
        </p:spPr>
        <p:txBody>
          <a:bodyPr>
            <a:normAutofit/>
          </a:bodyPr>
          <a:lstStyle/>
          <a:p>
            <a:r>
              <a:rPr lang="en-US" dirty="0"/>
              <a:t>BIG-IP SNMP agent configuration</a:t>
            </a:r>
          </a:p>
          <a:p>
            <a:pPr lvl="1"/>
            <a:r>
              <a:rPr lang="en-US" dirty="0"/>
              <a:t>The primary tasks in configuring the SNMP agent are configuring client access to the SNMP agent, and controlling access to SNMP data.</a:t>
            </a:r>
          </a:p>
          <a:p>
            <a:r>
              <a:rPr lang="en-US" dirty="0"/>
              <a:t>Task Summary</a:t>
            </a:r>
          </a:p>
          <a:p>
            <a:pPr lvl="1"/>
            <a:r>
              <a:rPr lang="en-US" dirty="0"/>
              <a:t>Specify SNMP administrator contact information and system location information</a:t>
            </a:r>
          </a:p>
          <a:p>
            <a:pPr lvl="1"/>
            <a:r>
              <a:rPr lang="en-US" dirty="0"/>
              <a:t>Configure SNMP manager access to the SNMP agent on the BIG-IP system</a:t>
            </a:r>
          </a:p>
          <a:p>
            <a:pPr lvl="1"/>
            <a:r>
              <a:rPr lang="en-US" dirty="0"/>
              <a:t>Grant community access to v1 or v2c SNMP data</a:t>
            </a:r>
          </a:p>
          <a:p>
            <a:pPr lvl="1"/>
            <a:r>
              <a:rPr lang="en-US" dirty="0"/>
              <a:t>Grant user access to v3 SNMP data</a:t>
            </a:r>
          </a:p>
        </p:txBody>
      </p:sp>
      <p:sp>
        <p:nvSpPr>
          <p:cNvPr id="3" name="Text Placeholder 2">
            <a:extLst>
              <a:ext uri="{FF2B5EF4-FFF2-40B4-BE49-F238E27FC236}">
                <a16:creationId xmlns:a16="http://schemas.microsoft.com/office/drawing/2014/main" id="{DC581AED-4E7D-4A26-B01D-74EAFD1A1856}"/>
              </a:ext>
            </a:extLst>
          </p:cNvPr>
          <p:cNvSpPr>
            <a:spLocks noGrp="1"/>
          </p:cNvSpPr>
          <p:nvPr>
            <p:ph type="body" idx="13"/>
          </p:nvPr>
        </p:nvSpPr>
        <p:spPr>
          <a:xfrm>
            <a:off x="457200" y="1256758"/>
            <a:ext cx="11274552" cy="246221"/>
          </a:xfrm>
        </p:spPr>
        <p:txBody>
          <a:bodyPr/>
          <a:lstStyle/>
          <a:p>
            <a:r>
              <a:rPr lang="en-US" dirty="0">
                <a:hlinkClick r:id="rId4"/>
              </a:rPr>
              <a:t>Manual Chapter : Monitoring BIG-IP System Traffic with SNMP</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3.09 Show proper configuration for: </a:t>
            </a:r>
            <a:r>
              <a:rPr lang="en-US" sz="3200" dirty="0">
                <a:solidFill>
                  <a:schemeClr val="bg1">
                    <a:lumMod val="85000"/>
                  </a:schemeClr>
                </a:solidFill>
              </a:rPr>
              <a:t>DNS, NTP,</a:t>
            </a:r>
            <a:r>
              <a:rPr lang="en-US" sz="3200" dirty="0"/>
              <a:t> SNMP</a:t>
            </a:r>
            <a:r>
              <a:rPr lang="en-US" sz="3200" dirty="0">
                <a:solidFill>
                  <a:schemeClr val="bg1">
                    <a:lumMod val="85000"/>
                  </a:schemeClr>
                </a:solidFill>
              </a:rPr>
              <a:t>, syslog</a:t>
            </a:r>
          </a:p>
        </p:txBody>
      </p:sp>
    </p:spTree>
    <p:extLst>
      <p:ext uri="{BB962C8B-B14F-4D97-AF65-F5344CB8AC3E}">
        <p14:creationId xmlns:p14="http://schemas.microsoft.com/office/powerpoint/2010/main" val="897497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C07D0A-1287-426D-A2A7-11FAE69375A0}"/>
              </a:ext>
            </a:extLst>
          </p:cNvPr>
          <p:cNvPicPr>
            <a:picLocks noChangeAspect="1"/>
          </p:cNvPicPr>
          <p:nvPr/>
        </p:nvPicPr>
        <p:blipFill>
          <a:blip r:embed="rId3"/>
          <a:stretch>
            <a:fillRect/>
          </a:stretch>
        </p:blipFill>
        <p:spPr>
          <a:xfrm>
            <a:off x="6970807" y="1548542"/>
            <a:ext cx="4760943" cy="5014800"/>
          </a:xfrm>
          <a:prstGeom prst="rect">
            <a:avLst/>
          </a:prstGeom>
        </p:spPr>
      </p:pic>
      <p:sp>
        <p:nvSpPr>
          <p:cNvPr id="2" name="Content Placeholder 1">
            <a:extLst>
              <a:ext uri="{FF2B5EF4-FFF2-40B4-BE49-F238E27FC236}">
                <a16:creationId xmlns:a16="http://schemas.microsoft.com/office/drawing/2014/main" id="{BBDD820B-5806-49A9-B461-A2435CF9F94D}"/>
              </a:ext>
            </a:extLst>
          </p:cNvPr>
          <p:cNvSpPr>
            <a:spLocks noGrp="1"/>
          </p:cNvSpPr>
          <p:nvPr>
            <p:ph idx="1"/>
          </p:nvPr>
        </p:nvSpPr>
        <p:spPr>
          <a:xfrm>
            <a:off x="457200" y="1967113"/>
            <a:ext cx="6513608" cy="4456946"/>
          </a:xfrm>
        </p:spPr>
        <p:txBody>
          <a:bodyPr>
            <a:normAutofit/>
          </a:bodyPr>
          <a:lstStyle/>
          <a:p>
            <a:r>
              <a:rPr lang="en-US" dirty="0"/>
              <a:t>SNMP trap configuration</a:t>
            </a:r>
          </a:p>
          <a:p>
            <a:pPr lvl="1"/>
            <a:r>
              <a:rPr lang="en-US" dirty="0"/>
              <a:t>Configuring SNMP traps on a BIG-IP system means configuring how the BIG-IP system handles traps, as well as setting the destination to which the notifications are sent.</a:t>
            </a:r>
          </a:p>
          <a:p>
            <a:r>
              <a:rPr lang="en-US" dirty="0"/>
              <a:t>The BIG-IP system stores SNMP traps in two specific files:</a:t>
            </a:r>
          </a:p>
          <a:p>
            <a:pPr lvl="1"/>
            <a:r>
              <a:rPr lang="en-US" dirty="0"/>
              <a:t>/</a:t>
            </a:r>
            <a:r>
              <a:rPr lang="en-US" dirty="0" err="1"/>
              <a:t>etc</a:t>
            </a:r>
            <a:r>
              <a:rPr lang="en-US" dirty="0"/>
              <a:t>/</a:t>
            </a:r>
            <a:r>
              <a:rPr lang="en-US" dirty="0" err="1"/>
              <a:t>alertd</a:t>
            </a:r>
            <a:r>
              <a:rPr lang="en-US" dirty="0"/>
              <a:t>/</a:t>
            </a:r>
            <a:r>
              <a:rPr lang="en-US" dirty="0" err="1"/>
              <a:t>alert.conf</a:t>
            </a:r>
            <a:r>
              <a:rPr lang="en-US" dirty="0"/>
              <a:t> - contains default SNMP traps.</a:t>
            </a:r>
          </a:p>
          <a:p>
            <a:pPr lvl="2"/>
            <a:r>
              <a:rPr lang="en-US" dirty="0"/>
              <a:t>Important: Do not add or remove traps from the /</a:t>
            </a:r>
            <a:r>
              <a:rPr lang="en-US" dirty="0" err="1"/>
              <a:t>etc</a:t>
            </a:r>
            <a:r>
              <a:rPr lang="en-US" dirty="0"/>
              <a:t>/</a:t>
            </a:r>
            <a:r>
              <a:rPr lang="en-US" dirty="0" err="1"/>
              <a:t>alertd</a:t>
            </a:r>
            <a:r>
              <a:rPr lang="en-US" dirty="0"/>
              <a:t>/</a:t>
            </a:r>
            <a:r>
              <a:rPr lang="en-US" dirty="0" err="1"/>
              <a:t>alert.conf</a:t>
            </a:r>
            <a:r>
              <a:rPr lang="en-US" dirty="0"/>
              <a:t> file.</a:t>
            </a:r>
          </a:p>
          <a:p>
            <a:pPr lvl="1"/>
            <a:r>
              <a:rPr lang="en-US" dirty="0"/>
              <a:t>/config/</a:t>
            </a:r>
            <a:r>
              <a:rPr lang="en-US" dirty="0" err="1"/>
              <a:t>user_alert.conf</a:t>
            </a:r>
            <a:r>
              <a:rPr lang="en-US" dirty="0"/>
              <a:t> - contains user-defined SNMP traps.</a:t>
            </a:r>
          </a:p>
          <a:p>
            <a:r>
              <a:rPr lang="en-US" dirty="0"/>
              <a:t>Task Summary</a:t>
            </a:r>
          </a:p>
          <a:p>
            <a:pPr lvl="1"/>
            <a:r>
              <a:rPr lang="en-US" dirty="0"/>
              <a:t>Enabling traps for specific events</a:t>
            </a:r>
          </a:p>
          <a:p>
            <a:pPr lvl="1"/>
            <a:r>
              <a:rPr lang="en-US" dirty="0"/>
              <a:t>Setting v1 and v2c trap destinations</a:t>
            </a:r>
          </a:p>
          <a:p>
            <a:pPr lvl="1"/>
            <a:r>
              <a:rPr lang="en-US" dirty="0"/>
              <a:t>Setting v3 trap destinations</a:t>
            </a:r>
          </a:p>
        </p:txBody>
      </p:sp>
      <p:sp>
        <p:nvSpPr>
          <p:cNvPr id="3" name="Text Placeholder 2">
            <a:extLst>
              <a:ext uri="{FF2B5EF4-FFF2-40B4-BE49-F238E27FC236}">
                <a16:creationId xmlns:a16="http://schemas.microsoft.com/office/drawing/2014/main" id="{DC581AED-4E7D-4A26-B01D-74EAFD1A1856}"/>
              </a:ext>
            </a:extLst>
          </p:cNvPr>
          <p:cNvSpPr>
            <a:spLocks noGrp="1"/>
          </p:cNvSpPr>
          <p:nvPr>
            <p:ph type="body" idx="13"/>
          </p:nvPr>
        </p:nvSpPr>
        <p:spPr>
          <a:xfrm>
            <a:off x="457200" y="1256758"/>
            <a:ext cx="11274552" cy="246221"/>
          </a:xfrm>
        </p:spPr>
        <p:txBody>
          <a:bodyPr/>
          <a:lstStyle/>
          <a:p>
            <a:r>
              <a:rPr lang="en-US" dirty="0">
                <a:hlinkClick r:id="rId4"/>
              </a:rPr>
              <a:t>Manual Chapter : Monitoring BIG-IP System Traffic with SNMP</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3.09 Show proper configuration for: </a:t>
            </a:r>
            <a:r>
              <a:rPr lang="en-US" sz="3200" dirty="0">
                <a:solidFill>
                  <a:schemeClr val="bg1">
                    <a:lumMod val="85000"/>
                  </a:schemeClr>
                </a:solidFill>
              </a:rPr>
              <a:t>DNS, NTP,</a:t>
            </a:r>
            <a:r>
              <a:rPr lang="en-US" sz="3200" dirty="0"/>
              <a:t> SNMP</a:t>
            </a:r>
            <a:r>
              <a:rPr lang="en-US" sz="3200" dirty="0">
                <a:solidFill>
                  <a:schemeClr val="bg1">
                    <a:lumMod val="85000"/>
                  </a:schemeClr>
                </a:solidFill>
              </a:rPr>
              <a:t>, syslog</a:t>
            </a:r>
          </a:p>
        </p:txBody>
      </p:sp>
    </p:spTree>
    <p:extLst>
      <p:ext uri="{BB962C8B-B14F-4D97-AF65-F5344CB8AC3E}">
        <p14:creationId xmlns:p14="http://schemas.microsoft.com/office/powerpoint/2010/main" val="3213877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D2F572-F55F-4B38-8341-309FD9925054}"/>
              </a:ext>
            </a:extLst>
          </p:cNvPr>
          <p:cNvSpPr>
            <a:spLocks noGrp="1"/>
          </p:cNvSpPr>
          <p:nvPr>
            <p:ph idx="1"/>
          </p:nvPr>
        </p:nvSpPr>
        <p:spPr>
          <a:xfrm>
            <a:off x="457200" y="1967113"/>
            <a:ext cx="6420052" cy="4456946"/>
          </a:xfrm>
        </p:spPr>
        <p:txBody>
          <a:bodyPr>
            <a:normAutofit/>
          </a:bodyPr>
          <a:lstStyle/>
          <a:p>
            <a:r>
              <a:rPr lang="en-US" dirty="0"/>
              <a:t>Log Destinations</a:t>
            </a:r>
          </a:p>
          <a:p>
            <a:pPr lvl="1"/>
            <a:r>
              <a:rPr lang="en-US" dirty="0"/>
              <a:t>The High-Speed Logging (HSL) or Unformatted destination</a:t>
            </a:r>
          </a:p>
          <a:p>
            <a:pPr lvl="1"/>
            <a:r>
              <a:rPr lang="en-US" dirty="0"/>
              <a:t>Defines the protocol to use (UDP or TCP)</a:t>
            </a:r>
          </a:p>
          <a:p>
            <a:pPr lvl="1"/>
            <a:r>
              <a:rPr lang="en-US" dirty="0"/>
              <a:t>Defines the server pool the log message will go too</a:t>
            </a:r>
          </a:p>
          <a:p>
            <a:r>
              <a:rPr lang="en-US" dirty="0"/>
              <a:t>The Formatted destination defines the format of the messages being sent</a:t>
            </a:r>
          </a:p>
          <a:p>
            <a:pPr lvl="1"/>
            <a:r>
              <a:rPr lang="en-US" dirty="0"/>
              <a:t>There are two parts to a Destination</a:t>
            </a:r>
          </a:p>
          <a:p>
            <a:pPr lvl="2"/>
            <a:r>
              <a:rPr lang="en-US" dirty="0"/>
              <a:t>Where a message is going :	    HSL Destination</a:t>
            </a:r>
          </a:p>
          <a:p>
            <a:pPr lvl="2"/>
            <a:r>
              <a:rPr lang="en-US" dirty="0"/>
              <a:t>What the message looks like:    Formatted Destination</a:t>
            </a:r>
          </a:p>
          <a:p>
            <a:r>
              <a:rPr lang="en-US" dirty="0"/>
              <a:t>Publisher</a:t>
            </a:r>
          </a:p>
          <a:p>
            <a:pPr lvl="1"/>
            <a:r>
              <a:rPr lang="en-US" dirty="0"/>
              <a:t>A Publisher is a collection of Formatted Destinations</a:t>
            </a:r>
          </a:p>
        </p:txBody>
      </p:sp>
      <p:sp>
        <p:nvSpPr>
          <p:cNvPr id="3" name="Text Placeholder 2">
            <a:extLst>
              <a:ext uri="{FF2B5EF4-FFF2-40B4-BE49-F238E27FC236}">
                <a16:creationId xmlns:a16="http://schemas.microsoft.com/office/drawing/2014/main" id="{BBB3EEEE-B997-45B8-98E4-B385CF574D23}"/>
              </a:ext>
            </a:extLst>
          </p:cNvPr>
          <p:cNvSpPr>
            <a:spLocks noGrp="1"/>
          </p:cNvSpPr>
          <p:nvPr>
            <p:ph type="body" idx="13"/>
          </p:nvPr>
        </p:nvSpPr>
        <p:spPr>
          <a:xfrm>
            <a:off x="457200" y="1256758"/>
            <a:ext cx="11274552" cy="246221"/>
          </a:xfrm>
        </p:spPr>
        <p:txBody>
          <a:bodyPr/>
          <a:lstStyle/>
          <a:p>
            <a:r>
              <a:rPr lang="en-US" dirty="0">
                <a:hlinkClick r:id="rId3"/>
              </a:rPr>
              <a:t> Manual Chapter : About Logging</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3.09 Show proper configuration for: </a:t>
            </a:r>
            <a:r>
              <a:rPr lang="en-US" sz="3200" dirty="0">
                <a:solidFill>
                  <a:schemeClr val="bg1">
                    <a:lumMod val="85000"/>
                  </a:schemeClr>
                </a:solidFill>
              </a:rPr>
              <a:t>DNS, NTP, SNMP, </a:t>
            </a:r>
            <a:r>
              <a:rPr lang="en-US" sz="3200" dirty="0"/>
              <a:t>syslog</a:t>
            </a:r>
          </a:p>
        </p:txBody>
      </p:sp>
      <p:pic>
        <p:nvPicPr>
          <p:cNvPr id="7" name="Picture 6">
            <a:extLst>
              <a:ext uri="{FF2B5EF4-FFF2-40B4-BE49-F238E27FC236}">
                <a16:creationId xmlns:a16="http://schemas.microsoft.com/office/drawing/2014/main" id="{99CDA664-5707-4B52-BB5F-601CF8EB5391}"/>
              </a:ext>
            </a:extLst>
          </p:cNvPr>
          <p:cNvPicPr>
            <a:picLocks noChangeAspect="1"/>
          </p:cNvPicPr>
          <p:nvPr/>
        </p:nvPicPr>
        <p:blipFill>
          <a:blip r:embed="rId4"/>
          <a:stretch>
            <a:fillRect/>
          </a:stretch>
        </p:blipFill>
        <p:spPr>
          <a:xfrm>
            <a:off x="6717600" y="1606054"/>
            <a:ext cx="4777481" cy="5208100"/>
          </a:xfrm>
          <a:prstGeom prst="rect">
            <a:avLst/>
          </a:prstGeom>
        </p:spPr>
      </p:pic>
      <p:pic>
        <p:nvPicPr>
          <p:cNvPr id="16386" name="Picture 2">
            <a:extLst>
              <a:ext uri="{FF2B5EF4-FFF2-40B4-BE49-F238E27FC236}">
                <a16:creationId xmlns:a16="http://schemas.microsoft.com/office/drawing/2014/main" id="{066AD7CC-AC77-4A66-860F-E20B9A314E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01486" y="2031494"/>
            <a:ext cx="1684314" cy="2381062"/>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196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70F59A-6697-4D79-869C-7D7EEE2AA81F}"/>
              </a:ext>
            </a:extLst>
          </p:cNvPr>
          <p:cNvSpPr>
            <a:spLocks noGrp="1"/>
          </p:cNvSpPr>
          <p:nvPr>
            <p:ph idx="1"/>
          </p:nvPr>
        </p:nvSpPr>
        <p:spPr/>
        <p:txBody>
          <a:bodyPr>
            <a:normAutofit fontScale="70000" lnSpcReduction="20000"/>
          </a:bodyPr>
          <a:lstStyle/>
          <a:p>
            <a:pPr marL="801688" lvl="1" indent="-457200">
              <a:buClrTx/>
              <a:buFont typeface="+mj-lt"/>
              <a:buAutoNum type="arabicPeriod"/>
            </a:pPr>
            <a:r>
              <a:rPr lang="en-US" sz="2400" dirty="0"/>
              <a:t>Create a Pool of logging server(s)</a:t>
            </a:r>
          </a:p>
          <a:p>
            <a:pPr marL="801688" lvl="1" indent="-457200">
              <a:buClrTx/>
              <a:buFont typeface="+mj-lt"/>
              <a:buAutoNum type="arabicPeriod"/>
            </a:pPr>
            <a:r>
              <a:rPr lang="en-US" sz="2400" dirty="0"/>
              <a:t>Create an HSL Destination  (define the protocol TCP/UDP and Poo)</a:t>
            </a:r>
          </a:p>
          <a:p>
            <a:pPr marL="801688" lvl="1" indent="-457200">
              <a:buClrTx/>
              <a:buFont typeface="+mj-lt"/>
              <a:buAutoNum type="arabicPeriod"/>
            </a:pPr>
            <a:r>
              <a:rPr lang="en-US" sz="2400" dirty="0"/>
              <a:t>Create a Formatted Destination (define format </a:t>
            </a:r>
            <a:r>
              <a:rPr lang="en-US" sz="2400" dirty="0" err="1"/>
              <a:t>ie</a:t>
            </a:r>
            <a:r>
              <a:rPr lang="en-US" sz="2400" dirty="0"/>
              <a:t>. syslog, </a:t>
            </a:r>
            <a:r>
              <a:rPr lang="en-US" sz="2400" dirty="0" err="1"/>
              <a:t>arcsight</a:t>
            </a:r>
            <a:r>
              <a:rPr lang="en-US" sz="2400" dirty="0"/>
              <a:t>)</a:t>
            </a:r>
          </a:p>
          <a:p>
            <a:pPr marL="801688" lvl="1" indent="-457200">
              <a:buClrTx/>
              <a:buFont typeface="+mj-lt"/>
              <a:buAutoNum type="arabicPeriod"/>
            </a:pPr>
            <a:r>
              <a:rPr lang="en-US" sz="2400" dirty="0"/>
              <a:t>Create a Publisher  </a:t>
            </a:r>
          </a:p>
          <a:p>
            <a:pPr marL="801688" lvl="1" indent="-457200">
              <a:buClrTx/>
              <a:buFont typeface="+mj-lt"/>
              <a:buAutoNum type="arabicPeriod"/>
            </a:pPr>
            <a:r>
              <a:rPr lang="en-US" sz="2400" dirty="0"/>
              <a:t>Logging Application Steps (varies by Application)</a:t>
            </a:r>
          </a:p>
          <a:p>
            <a:pPr lvl="2"/>
            <a:r>
              <a:rPr lang="en-US" sz="2000" dirty="0"/>
              <a:t>System Logging </a:t>
            </a:r>
          </a:p>
          <a:p>
            <a:pPr lvl="3">
              <a:buFont typeface="Arial" pitchFamily="34" charset="0"/>
              <a:buChar char="•"/>
            </a:pPr>
            <a:r>
              <a:rPr lang="en-US" sz="1800" dirty="0" err="1"/>
              <a:t>linux</a:t>
            </a:r>
            <a:r>
              <a:rPr lang="en-US" sz="1800" dirty="0"/>
              <a:t> host daemons, </a:t>
            </a:r>
            <a:r>
              <a:rPr lang="en-US" sz="1800" dirty="0" err="1"/>
              <a:t>etc</a:t>
            </a:r>
            <a:endParaRPr lang="en-US" sz="1800" dirty="0"/>
          </a:p>
          <a:p>
            <a:pPr lvl="3">
              <a:buFont typeface="Arial" pitchFamily="34" charset="0"/>
              <a:buChar char="•"/>
            </a:pPr>
            <a:r>
              <a:rPr lang="en-US" sz="1800" dirty="0"/>
              <a:t>Uses filters</a:t>
            </a:r>
          </a:p>
          <a:p>
            <a:pPr lvl="2"/>
            <a:r>
              <a:rPr lang="en-US" sz="2000" dirty="0"/>
              <a:t>Security Logging </a:t>
            </a:r>
          </a:p>
          <a:p>
            <a:pPr lvl="3">
              <a:buFont typeface="Arial" pitchFamily="34" charset="0"/>
              <a:buChar char="•"/>
            </a:pPr>
            <a:r>
              <a:rPr lang="en-US" sz="1800" dirty="0"/>
              <a:t>Advanced Firewall Manager, DNS Firewall, Protocol Security Module  and the Applications Security Manager </a:t>
            </a:r>
          </a:p>
          <a:p>
            <a:pPr lvl="3">
              <a:buFont typeface="Arial" pitchFamily="34" charset="0"/>
              <a:buChar char="•"/>
            </a:pPr>
            <a:r>
              <a:rPr lang="en-US" sz="1800" dirty="0"/>
              <a:t>Uses Security Logging Profile</a:t>
            </a:r>
          </a:p>
          <a:p>
            <a:pPr lvl="2"/>
            <a:r>
              <a:rPr lang="en-US" sz="2000" dirty="0"/>
              <a:t>High Speed DNS Query Logging:</a:t>
            </a:r>
          </a:p>
          <a:p>
            <a:pPr lvl="3">
              <a:buFont typeface="Arial" pitchFamily="34" charset="0"/>
              <a:buChar char="•"/>
            </a:pPr>
            <a:r>
              <a:rPr lang="en-US" sz="1800" dirty="0"/>
              <a:t>Uses Security Logging Profile</a:t>
            </a:r>
          </a:p>
          <a:p>
            <a:endParaRPr lang="en-US" dirty="0"/>
          </a:p>
        </p:txBody>
      </p:sp>
      <p:sp>
        <p:nvSpPr>
          <p:cNvPr id="4" name="Content Placeholder 3"/>
          <p:cNvSpPr>
            <a:spLocks noGrp="1"/>
          </p:cNvSpPr>
          <p:nvPr>
            <p:ph type="body" idx="13"/>
          </p:nvPr>
        </p:nvSpPr>
        <p:spPr/>
        <p:txBody>
          <a:bodyPr>
            <a:normAutofit fontScale="55000" lnSpcReduction="20000"/>
          </a:bodyPr>
          <a:lstStyle/>
          <a:p>
            <a:pPr marL="344488" lvl="1">
              <a:buClrTx/>
            </a:pPr>
            <a:endParaRPr lang="en-US" sz="1800" dirty="0"/>
          </a:p>
        </p:txBody>
      </p:sp>
      <p:sp>
        <p:nvSpPr>
          <p:cNvPr id="3" name="Title 2"/>
          <p:cNvSpPr>
            <a:spLocks noGrp="1"/>
          </p:cNvSpPr>
          <p:nvPr>
            <p:ph type="title"/>
          </p:nvPr>
        </p:nvSpPr>
        <p:spPr/>
        <p:txBody>
          <a:bodyPr>
            <a:normAutofit/>
          </a:bodyPr>
          <a:lstStyle/>
          <a:p>
            <a:r>
              <a:rPr lang="en-US" dirty="0"/>
              <a:t>Remote Logging Steps</a:t>
            </a:r>
          </a:p>
        </p:txBody>
      </p:sp>
    </p:spTree>
    <p:extLst>
      <p:ext uri="{BB962C8B-B14F-4D97-AF65-F5344CB8AC3E}">
        <p14:creationId xmlns:p14="http://schemas.microsoft.com/office/powerpoint/2010/main" val="334476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0139" y="380721"/>
            <a:ext cx="11274552" cy="753995"/>
          </a:xfrm>
        </p:spPr>
        <p:txBody>
          <a:bodyPr>
            <a:normAutofit/>
          </a:bodyPr>
          <a:lstStyle/>
          <a:p>
            <a:r>
              <a:rPr lang="en-US" dirty="0"/>
              <a:t>Logging Overview</a:t>
            </a:r>
          </a:p>
        </p:txBody>
      </p:sp>
      <p:sp>
        <p:nvSpPr>
          <p:cNvPr id="4" name="Rounded Rectangle 3"/>
          <p:cNvSpPr/>
          <p:nvPr/>
        </p:nvSpPr>
        <p:spPr>
          <a:xfrm>
            <a:off x="911578" y="1248884"/>
            <a:ext cx="1251438"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System</a:t>
            </a:r>
          </a:p>
        </p:txBody>
      </p:sp>
      <p:sp>
        <p:nvSpPr>
          <p:cNvPr id="5" name="Rounded Rectangle 4"/>
          <p:cNvSpPr/>
          <p:nvPr/>
        </p:nvSpPr>
        <p:spPr>
          <a:xfrm>
            <a:off x="911578" y="2822330"/>
            <a:ext cx="1251438"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Security</a:t>
            </a:r>
          </a:p>
        </p:txBody>
      </p:sp>
      <p:sp>
        <p:nvSpPr>
          <p:cNvPr id="6" name="Rounded Rectangle 5"/>
          <p:cNvSpPr/>
          <p:nvPr/>
        </p:nvSpPr>
        <p:spPr>
          <a:xfrm>
            <a:off x="911578" y="4384052"/>
            <a:ext cx="1251438"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High Speed DNS</a:t>
            </a:r>
          </a:p>
        </p:txBody>
      </p:sp>
      <p:sp>
        <p:nvSpPr>
          <p:cNvPr id="7" name="Rounded Rectangle 6"/>
          <p:cNvSpPr/>
          <p:nvPr/>
        </p:nvSpPr>
        <p:spPr>
          <a:xfrm>
            <a:off x="3329034" y="2879198"/>
            <a:ext cx="1608992"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Publisher</a:t>
            </a:r>
          </a:p>
        </p:txBody>
      </p:sp>
      <p:sp>
        <p:nvSpPr>
          <p:cNvPr id="8" name="Rounded Rectangle 7"/>
          <p:cNvSpPr/>
          <p:nvPr/>
        </p:nvSpPr>
        <p:spPr>
          <a:xfrm>
            <a:off x="5515388" y="2822330"/>
            <a:ext cx="1877157"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Formatted Destination</a:t>
            </a:r>
          </a:p>
        </p:txBody>
      </p:sp>
      <p:sp>
        <p:nvSpPr>
          <p:cNvPr id="9" name="Rounded Rectangle 8"/>
          <p:cNvSpPr/>
          <p:nvPr/>
        </p:nvSpPr>
        <p:spPr>
          <a:xfrm>
            <a:off x="8121162" y="2879196"/>
            <a:ext cx="1251438"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HSL</a:t>
            </a:r>
          </a:p>
          <a:p>
            <a:pPr algn="ctr">
              <a:lnSpc>
                <a:spcPct val="90000"/>
              </a:lnSpc>
            </a:pPr>
            <a:r>
              <a:rPr lang="en-US" sz="2000" b="1" dirty="0" err="1">
                <a:solidFill>
                  <a:schemeClr val="bg1"/>
                </a:solidFill>
                <a:ea typeface="ＭＳ Ｐゴシック" pitchFamily="-106" charset="-128"/>
              </a:rPr>
              <a:t>Dest</a:t>
            </a:r>
            <a:r>
              <a:rPr lang="en-US" sz="2000" b="1" dirty="0">
                <a:solidFill>
                  <a:schemeClr val="bg1"/>
                </a:solidFill>
                <a:ea typeface="ＭＳ Ｐゴシック" pitchFamily="-106" charset="-128"/>
              </a:rPr>
              <a:t>.</a:t>
            </a:r>
          </a:p>
        </p:txBody>
      </p:sp>
      <p:sp>
        <p:nvSpPr>
          <p:cNvPr id="10" name="Rounded Rectangle 9"/>
          <p:cNvSpPr/>
          <p:nvPr/>
        </p:nvSpPr>
        <p:spPr>
          <a:xfrm>
            <a:off x="10326689" y="2879197"/>
            <a:ext cx="1072661"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Pool</a:t>
            </a:r>
          </a:p>
        </p:txBody>
      </p:sp>
      <p:sp>
        <p:nvSpPr>
          <p:cNvPr id="11" name="Right Arrow 10"/>
          <p:cNvSpPr/>
          <p:nvPr/>
        </p:nvSpPr>
        <p:spPr>
          <a:xfrm rot="2202069">
            <a:off x="2332039" y="2134338"/>
            <a:ext cx="1147747" cy="509231"/>
          </a:xfrm>
          <a:prstGeom prst="rightArrow">
            <a:avLst>
              <a:gd name="adj1" fmla="val 53664"/>
              <a:gd name="adj2" fmla="val 50000"/>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2" name="Right Arrow 11"/>
          <p:cNvSpPr/>
          <p:nvPr/>
        </p:nvSpPr>
        <p:spPr>
          <a:xfrm>
            <a:off x="2230424" y="3211267"/>
            <a:ext cx="1041155" cy="570035"/>
          </a:xfrm>
          <a:prstGeom prst="rightArrow">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3" name="Right Arrow 12"/>
          <p:cNvSpPr/>
          <p:nvPr/>
        </p:nvSpPr>
        <p:spPr>
          <a:xfrm rot="19501464">
            <a:off x="2230028" y="4245375"/>
            <a:ext cx="1147747" cy="509231"/>
          </a:xfrm>
          <a:prstGeom prst="rightArrow">
            <a:avLst>
              <a:gd name="adj1" fmla="val 53664"/>
              <a:gd name="adj2" fmla="val 50000"/>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5" name="Right Arrow 14"/>
          <p:cNvSpPr/>
          <p:nvPr/>
        </p:nvSpPr>
        <p:spPr>
          <a:xfrm>
            <a:off x="4995481" y="3229339"/>
            <a:ext cx="515707" cy="475029"/>
          </a:xfrm>
          <a:prstGeom prst="rightArrow">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6" name="Right Arrow 15"/>
          <p:cNvSpPr/>
          <p:nvPr/>
        </p:nvSpPr>
        <p:spPr>
          <a:xfrm>
            <a:off x="7426249" y="3211267"/>
            <a:ext cx="694913" cy="475029"/>
          </a:xfrm>
          <a:prstGeom prst="rightArrow">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7" name="Right Arrow 16"/>
          <p:cNvSpPr/>
          <p:nvPr/>
        </p:nvSpPr>
        <p:spPr>
          <a:xfrm>
            <a:off x="9469315" y="3229340"/>
            <a:ext cx="791307" cy="475029"/>
          </a:xfrm>
          <a:prstGeom prst="rightArrow">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8" name="Right Arrow 17"/>
          <p:cNvSpPr/>
          <p:nvPr/>
        </p:nvSpPr>
        <p:spPr>
          <a:xfrm rot="2202069">
            <a:off x="4480490" y="4285948"/>
            <a:ext cx="1147747" cy="509231"/>
          </a:xfrm>
          <a:prstGeom prst="rightArrow">
            <a:avLst>
              <a:gd name="adj1" fmla="val 53664"/>
              <a:gd name="adj2" fmla="val 50000"/>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9" name="Rounded Rectangle 18"/>
          <p:cNvSpPr/>
          <p:nvPr/>
        </p:nvSpPr>
        <p:spPr>
          <a:xfrm>
            <a:off x="5511188" y="4915736"/>
            <a:ext cx="1877157"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Different</a:t>
            </a:r>
          </a:p>
          <a:p>
            <a:pPr algn="ctr">
              <a:lnSpc>
                <a:spcPct val="90000"/>
              </a:lnSpc>
            </a:pPr>
            <a:r>
              <a:rPr lang="en-US" sz="2000" b="1" dirty="0">
                <a:solidFill>
                  <a:schemeClr val="bg1"/>
                </a:solidFill>
                <a:ea typeface="ＭＳ Ｐゴシック" pitchFamily="-106" charset="-128"/>
              </a:rPr>
              <a:t>Formatted Destination</a:t>
            </a:r>
          </a:p>
        </p:txBody>
      </p:sp>
      <p:sp>
        <p:nvSpPr>
          <p:cNvPr id="20" name="Rounded Rectangle 19"/>
          <p:cNvSpPr/>
          <p:nvPr/>
        </p:nvSpPr>
        <p:spPr>
          <a:xfrm>
            <a:off x="8121162" y="4915736"/>
            <a:ext cx="1251438"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HSL</a:t>
            </a:r>
          </a:p>
          <a:p>
            <a:pPr algn="ctr">
              <a:lnSpc>
                <a:spcPct val="90000"/>
              </a:lnSpc>
            </a:pPr>
            <a:r>
              <a:rPr lang="en-US" sz="2000" b="1" dirty="0" err="1">
                <a:solidFill>
                  <a:schemeClr val="bg1"/>
                </a:solidFill>
                <a:ea typeface="ＭＳ Ｐゴシック" pitchFamily="-106" charset="-128"/>
              </a:rPr>
              <a:t>Dest</a:t>
            </a:r>
            <a:r>
              <a:rPr lang="en-US" sz="2000" b="1" dirty="0">
                <a:solidFill>
                  <a:schemeClr val="bg1"/>
                </a:solidFill>
                <a:ea typeface="ＭＳ Ｐゴシック" pitchFamily="-106" charset="-128"/>
              </a:rPr>
              <a:t>.</a:t>
            </a:r>
          </a:p>
        </p:txBody>
      </p:sp>
      <p:sp>
        <p:nvSpPr>
          <p:cNvPr id="21" name="Rounded Rectangle 20"/>
          <p:cNvSpPr/>
          <p:nvPr/>
        </p:nvSpPr>
        <p:spPr>
          <a:xfrm>
            <a:off x="10326690" y="4920447"/>
            <a:ext cx="1072661" cy="1140069"/>
          </a:xfrm>
          <a:prstGeom prst="roundRect">
            <a:avLst/>
          </a:prstGeom>
          <a:solidFill>
            <a:schemeClr val="accent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lang="en-US" sz="2000" b="1" dirty="0">
                <a:solidFill>
                  <a:schemeClr val="bg1"/>
                </a:solidFill>
                <a:ea typeface="ＭＳ Ｐゴシック" pitchFamily="-106" charset="-128"/>
              </a:rPr>
              <a:t>Pool</a:t>
            </a:r>
          </a:p>
        </p:txBody>
      </p:sp>
      <p:sp>
        <p:nvSpPr>
          <p:cNvPr id="22" name="Right Arrow 21"/>
          <p:cNvSpPr/>
          <p:nvPr/>
        </p:nvSpPr>
        <p:spPr>
          <a:xfrm>
            <a:off x="7426249" y="5248255"/>
            <a:ext cx="694913" cy="475029"/>
          </a:xfrm>
          <a:prstGeom prst="rightArrow">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23" name="Right Arrow 22"/>
          <p:cNvSpPr/>
          <p:nvPr/>
        </p:nvSpPr>
        <p:spPr>
          <a:xfrm>
            <a:off x="9469315" y="5248255"/>
            <a:ext cx="791307" cy="475029"/>
          </a:xfrm>
          <a:prstGeom prst="rightArrow">
            <a:avLst/>
          </a:prstGeom>
          <a:solidFill>
            <a:schemeClr val="tx1"/>
          </a:solidFill>
          <a:ln w="19050">
            <a:no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Tree>
    <p:extLst>
      <p:ext uri="{BB962C8B-B14F-4D97-AF65-F5344CB8AC3E}">
        <p14:creationId xmlns:p14="http://schemas.microsoft.com/office/powerpoint/2010/main" val="158695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childTnLst>
                          </p:cTn>
                        </p:par>
                        <p:par>
                          <p:cTn id="58" fill="hold">
                            <p:stCondLst>
                              <p:cond delay="1500"/>
                            </p:stCondLst>
                            <p:childTnLst>
                              <p:par>
                                <p:cTn id="59" presetID="22" presetClass="entr" presetSubtype="8"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500"/>
                                        <p:tgtEl>
                                          <p:spTgt spid="20"/>
                                        </p:tgtEl>
                                      </p:cBhvr>
                                    </p:animEffect>
                                  </p:childTnLst>
                                </p:cTn>
                              </p:par>
                            </p:childTnLst>
                          </p:cTn>
                        </p:par>
                        <p:par>
                          <p:cTn id="62" fill="hold">
                            <p:stCondLst>
                              <p:cond delay="2000"/>
                            </p:stCondLst>
                            <p:childTnLst>
                              <p:par>
                                <p:cTn id="63" presetID="22" presetClass="entr" presetSubtype="8" fill="hold" grpId="0"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par>
                          <p:cTn id="66" fill="hold">
                            <p:stCondLst>
                              <p:cond delay="2500"/>
                            </p:stCondLst>
                            <p:childTnLst>
                              <p:par>
                                <p:cTn id="67" presetID="22" presetClass="entr" presetSubtype="8"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left)">
                                      <p:cBhvr>
                                        <p:cTn id="6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Pool Creation - GUI</a:t>
            </a:r>
          </a:p>
        </p:txBody>
      </p:sp>
      <p:pic>
        <p:nvPicPr>
          <p:cNvPr id="6" name="Picture 5" descr="Solar-logging-pool-main-screen.png"/>
          <p:cNvPicPr>
            <a:picLocks noChangeAspect="1"/>
          </p:cNvPicPr>
          <p:nvPr/>
        </p:nvPicPr>
        <p:blipFill>
          <a:blip r:embed="rId3" cstate="print"/>
          <a:stretch>
            <a:fillRect/>
          </a:stretch>
        </p:blipFill>
        <p:spPr>
          <a:xfrm>
            <a:off x="3467101" y="1219201"/>
            <a:ext cx="5448801" cy="5208917"/>
          </a:xfrm>
          <a:prstGeom prst="rect">
            <a:avLst/>
          </a:prstGeom>
        </p:spPr>
      </p:pic>
    </p:spTree>
    <p:extLst>
      <p:ext uri="{BB962C8B-B14F-4D97-AF65-F5344CB8AC3E}">
        <p14:creationId xmlns:p14="http://schemas.microsoft.com/office/powerpoint/2010/main" val="16843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434" name="Picture 2" descr="C:\Users\RASMUS~1\AppData\Local\Temp\SNAGHTML155994e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233" y="2867024"/>
            <a:ext cx="5010150" cy="3533776"/>
          </a:xfrm>
          <a:prstGeom prst="rect">
            <a:avLst/>
          </a:prstGeom>
          <a:solidFill>
            <a:schemeClr val="accent1"/>
          </a:solidFill>
          <a:ln>
            <a:solidFill>
              <a:schemeClr val="accent1"/>
            </a:solidFill>
          </a:ln>
        </p:spPr>
      </p:pic>
      <p:sp>
        <p:nvSpPr>
          <p:cNvPr id="2" name="Text Placeholder 1"/>
          <p:cNvSpPr>
            <a:spLocks noGrp="1"/>
          </p:cNvSpPr>
          <p:nvPr>
            <p:ph idx="1"/>
          </p:nvPr>
        </p:nvSpPr>
        <p:spPr>
          <a:xfrm>
            <a:off x="457201" y="1943854"/>
            <a:ext cx="11274551" cy="4456946"/>
          </a:xfrm>
        </p:spPr>
        <p:txBody>
          <a:bodyPr/>
          <a:lstStyle/>
          <a:p>
            <a:r>
              <a:rPr lang="en-US" dirty="0"/>
              <a:t>Unformatted</a:t>
            </a:r>
          </a:p>
          <a:p>
            <a:pPr lvl="1"/>
            <a:r>
              <a:rPr lang="en-US" dirty="0"/>
              <a:t>This defines HSL destination the messages go to, not what they look like</a:t>
            </a:r>
          </a:p>
          <a:p>
            <a:pPr lvl="1"/>
            <a:r>
              <a:rPr lang="en-US" dirty="0"/>
              <a:t>Must be create before formatted destinations</a:t>
            </a:r>
          </a:p>
          <a:p>
            <a:pPr lvl="2"/>
            <a:r>
              <a:rPr lang="en-US" dirty="0"/>
              <a:t> </a:t>
            </a:r>
          </a:p>
        </p:txBody>
      </p:sp>
      <p:sp>
        <p:nvSpPr>
          <p:cNvPr id="4" name="Text Placeholder 3">
            <a:extLst>
              <a:ext uri="{FF2B5EF4-FFF2-40B4-BE49-F238E27FC236}">
                <a16:creationId xmlns:a16="http://schemas.microsoft.com/office/drawing/2014/main" id="{FC8FA1DF-38C5-4521-A1E1-7ABC99C97E0A}"/>
              </a:ext>
            </a:extLst>
          </p:cNvPr>
          <p:cNvSpPr>
            <a:spLocks noGrp="1"/>
          </p:cNvSpPr>
          <p:nvPr>
            <p:ph type="body" idx="13"/>
          </p:nvPr>
        </p:nvSpPr>
        <p:spPr/>
        <p:txBody>
          <a:bodyPr/>
          <a:lstStyle/>
          <a:p>
            <a:endParaRPr lang="en-US"/>
          </a:p>
        </p:txBody>
      </p:sp>
      <p:sp>
        <p:nvSpPr>
          <p:cNvPr id="3" name="Title 2"/>
          <p:cNvSpPr>
            <a:spLocks noGrp="1"/>
          </p:cNvSpPr>
          <p:nvPr>
            <p:ph type="title"/>
          </p:nvPr>
        </p:nvSpPr>
        <p:spPr/>
        <p:txBody>
          <a:bodyPr>
            <a:normAutofit/>
          </a:bodyPr>
          <a:lstStyle/>
          <a:p>
            <a:r>
              <a:rPr lang="en-US" dirty="0"/>
              <a:t>High-Speed Log Destination Creation</a:t>
            </a:r>
          </a:p>
        </p:txBody>
      </p:sp>
      <p:sp>
        <p:nvSpPr>
          <p:cNvPr id="8" name="Frame 7"/>
          <p:cNvSpPr/>
          <p:nvPr/>
        </p:nvSpPr>
        <p:spPr>
          <a:xfrm>
            <a:off x="7437643" y="4443412"/>
            <a:ext cx="2057400" cy="381000"/>
          </a:xfrm>
          <a:prstGeom prst="frame">
            <a:avLst/>
          </a:prstGeom>
          <a:solidFill>
            <a:schemeClr val="accent1"/>
          </a:solidFill>
          <a:ln w="1905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9" name="Frame 8"/>
          <p:cNvSpPr/>
          <p:nvPr/>
        </p:nvSpPr>
        <p:spPr>
          <a:xfrm>
            <a:off x="7437644" y="5205412"/>
            <a:ext cx="1828800" cy="304800"/>
          </a:xfrm>
          <a:prstGeom prst="frame">
            <a:avLst/>
          </a:prstGeom>
          <a:solidFill>
            <a:schemeClr val="accent1"/>
          </a:solidFill>
          <a:ln w="1905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Tree>
    <p:extLst>
      <p:ext uri="{BB962C8B-B14F-4D97-AF65-F5344CB8AC3E}">
        <p14:creationId xmlns:p14="http://schemas.microsoft.com/office/powerpoint/2010/main" val="340967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2" name="Picture 4" descr="C:\Users\RASMUS~1\AppData\Local\Temp\SNAGHTML1552b79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0584" y="3512355"/>
            <a:ext cx="4343400" cy="3181350"/>
          </a:xfrm>
          <a:prstGeom prst="rect">
            <a:avLst/>
          </a:prstGeom>
          <a:solidFill>
            <a:schemeClr val="accent1"/>
          </a:solidFill>
          <a:ln>
            <a:solidFill>
              <a:schemeClr val="accent1"/>
            </a:solidFill>
          </a:ln>
        </p:spPr>
      </p:pic>
      <p:pic>
        <p:nvPicPr>
          <p:cNvPr id="17410" name="Picture 2" descr="C:\Users\RASMUS~1\AppData\Local\Temp\SNAGHTML15515f8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0510" y="3512355"/>
            <a:ext cx="4295775" cy="3143250"/>
          </a:xfrm>
          <a:prstGeom prst="rect">
            <a:avLst/>
          </a:prstGeom>
          <a:solidFill>
            <a:schemeClr val="accent1"/>
          </a:solidFill>
          <a:ln>
            <a:solidFill>
              <a:schemeClr val="accent1"/>
            </a:solidFill>
          </a:ln>
        </p:spPr>
      </p:pic>
      <p:sp>
        <p:nvSpPr>
          <p:cNvPr id="2" name="Text Placeholder 1"/>
          <p:cNvSpPr>
            <a:spLocks noGrp="1"/>
          </p:cNvSpPr>
          <p:nvPr>
            <p:ph idx="1"/>
          </p:nvPr>
        </p:nvSpPr>
        <p:spPr/>
        <p:txBody>
          <a:bodyPr/>
          <a:lstStyle/>
          <a:p>
            <a:r>
              <a:rPr lang="en-US" dirty="0"/>
              <a:t>Name your log destination</a:t>
            </a:r>
          </a:p>
          <a:p>
            <a:pPr lvl="1"/>
            <a:r>
              <a:rPr lang="en-US" dirty="0"/>
              <a:t>Select a syslog format</a:t>
            </a:r>
          </a:p>
          <a:p>
            <a:pPr lvl="1"/>
            <a:r>
              <a:rPr lang="en-US" dirty="0"/>
              <a:t>Select a High-Speed Log Destination</a:t>
            </a:r>
          </a:p>
          <a:p>
            <a:pPr lvl="2"/>
            <a:r>
              <a:rPr lang="en-US" dirty="0"/>
              <a:t>Unformatted Destination you created earlier</a:t>
            </a:r>
          </a:p>
        </p:txBody>
      </p:sp>
      <p:sp>
        <p:nvSpPr>
          <p:cNvPr id="4" name="Text Placeholder 3">
            <a:extLst>
              <a:ext uri="{FF2B5EF4-FFF2-40B4-BE49-F238E27FC236}">
                <a16:creationId xmlns:a16="http://schemas.microsoft.com/office/drawing/2014/main" id="{0A3E928C-12DC-47F0-ABC7-DD604F576093}"/>
              </a:ext>
            </a:extLst>
          </p:cNvPr>
          <p:cNvSpPr>
            <a:spLocks noGrp="1"/>
          </p:cNvSpPr>
          <p:nvPr>
            <p:ph type="body" idx="13"/>
          </p:nvPr>
        </p:nvSpPr>
        <p:spPr/>
        <p:txBody>
          <a:bodyPr/>
          <a:lstStyle/>
          <a:p>
            <a:endParaRPr lang="en-US"/>
          </a:p>
        </p:txBody>
      </p:sp>
      <p:sp>
        <p:nvSpPr>
          <p:cNvPr id="3" name="Title 2"/>
          <p:cNvSpPr>
            <a:spLocks noGrp="1"/>
          </p:cNvSpPr>
          <p:nvPr>
            <p:ph type="title"/>
          </p:nvPr>
        </p:nvSpPr>
        <p:spPr/>
        <p:txBody>
          <a:bodyPr>
            <a:normAutofit/>
          </a:bodyPr>
          <a:lstStyle/>
          <a:p>
            <a:r>
              <a:rPr lang="en-US" dirty="0"/>
              <a:t>Remote Syslog Destination Creation</a:t>
            </a:r>
          </a:p>
        </p:txBody>
      </p:sp>
      <p:sp>
        <p:nvSpPr>
          <p:cNvPr id="7" name="Frame 6"/>
          <p:cNvSpPr/>
          <p:nvPr/>
        </p:nvSpPr>
        <p:spPr>
          <a:xfrm>
            <a:off x="3909784" y="4312455"/>
            <a:ext cx="1524000" cy="295769"/>
          </a:xfrm>
          <a:prstGeom prst="frame">
            <a:avLst/>
          </a:prstGeom>
          <a:solidFill>
            <a:schemeClr val="accent1"/>
          </a:solidFill>
          <a:ln w="1905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8" name="Frame 7"/>
          <p:cNvSpPr/>
          <p:nvPr/>
        </p:nvSpPr>
        <p:spPr>
          <a:xfrm>
            <a:off x="3782784" y="5522624"/>
            <a:ext cx="1295400" cy="348262"/>
          </a:xfrm>
          <a:prstGeom prst="frame">
            <a:avLst/>
          </a:prstGeom>
          <a:solidFill>
            <a:schemeClr val="accent1"/>
          </a:solidFill>
          <a:ln w="1905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9" name="Frame 8"/>
          <p:cNvSpPr/>
          <p:nvPr/>
        </p:nvSpPr>
        <p:spPr>
          <a:xfrm>
            <a:off x="8354784" y="5870887"/>
            <a:ext cx="990600" cy="308469"/>
          </a:xfrm>
          <a:prstGeom prst="frame">
            <a:avLst/>
          </a:prstGeom>
          <a:solidFill>
            <a:schemeClr val="accent1"/>
          </a:solidFill>
          <a:ln w="1905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Tree>
    <p:extLst>
      <p:ext uri="{BB962C8B-B14F-4D97-AF65-F5344CB8AC3E}">
        <p14:creationId xmlns:p14="http://schemas.microsoft.com/office/powerpoint/2010/main" val="346608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10" presetClass="entr" presetSubtype="0" fill="hold" nodeType="with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fade">
                                      <p:cBhvr>
                                        <p:cTn id="16" dur="5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412"/>
                                        </p:tgtEl>
                                        <p:attrNameLst>
                                          <p:attrName>style.visibility</p:attrName>
                                        </p:attrNameLst>
                                      </p:cBhvr>
                                      <p:to>
                                        <p:strVal val="visible"/>
                                      </p:to>
                                    </p:set>
                                    <p:animEffect transition="in" filter="fade">
                                      <p:cBhvr>
                                        <p:cTn id="21" dur="500"/>
                                        <p:tgtEl>
                                          <p:spTgt spid="17412"/>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0"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500"/>
                                        <p:tgtEl>
                                          <p:spTgt spid="2">
                                            <p:txEl>
                                              <p:pRg st="2" end="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fade">
                                      <p:cBhvr>
                                        <p:cTn id="3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A Publisher is a collection of Destinations</a:t>
            </a:r>
          </a:p>
          <a:p>
            <a:r>
              <a:rPr lang="en-US" dirty="0"/>
              <a:t>Configuration Elements:</a:t>
            </a:r>
          </a:p>
          <a:p>
            <a:pPr lvl="1"/>
            <a:r>
              <a:rPr lang="en-US" dirty="0"/>
              <a:t>Choose a unique name for this Publisher</a:t>
            </a:r>
          </a:p>
          <a:p>
            <a:pPr lvl="1"/>
            <a:r>
              <a:rPr lang="en-US" dirty="0"/>
              <a:t>(Optionally) Enter a Description</a:t>
            </a:r>
          </a:p>
          <a:p>
            <a:pPr lvl="1"/>
            <a:r>
              <a:rPr lang="en-US" dirty="0"/>
              <a:t>Select Destination(s) from the available choices</a:t>
            </a:r>
          </a:p>
          <a:p>
            <a:pPr lvl="1"/>
            <a:endParaRPr lang="en-US" dirty="0"/>
          </a:p>
        </p:txBody>
      </p:sp>
      <p:sp>
        <p:nvSpPr>
          <p:cNvPr id="6" name="Text Placeholder 5">
            <a:extLst>
              <a:ext uri="{FF2B5EF4-FFF2-40B4-BE49-F238E27FC236}">
                <a16:creationId xmlns:a16="http://schemas.microsoft.com/office/drawing/2014/main" id="{DC6DDFE5-585B-4DD0-99B1-B49D16163F89}"/>
              </a:ext>
            </a:extLst>
          </p:cNvPr>
          <p:cNvSpPr>
            <a:spLocks noGrp="1"/>
          </p:cNvSpPr>
          <p:nvPr>
            <p:ph type="body" idx="13"/>
          </p:nvPr>
        </p:nvSpPr>
        <p:spPr/>
        <p:txBody>
          <a:bodyPr/>
          <a:lstStyle/>
          <a:p>
            <a:endParaRPr lang="en-US"/>
          </a:p>
        </p:txBody>
      </p:sp>
      <p:sp>
        <p:nvSpPr>
          <p:cNvPr id="3" name="Title 2"/>
          <p:cNvSpPr>
            <a:spLocks noGrp="1"/>
          </p:cNvSpPr>
          <p:nvPr>
            <p:ph type="title"/>
          </p:nvPr>
        </p:nvSpPr>
        <p:spPr/>
        <p:txBody>
          <a:bodyPr>
            <a:normAutofit/>
          </a:bodyPr>
          <a:lstStyle/>
          <a:p>
            <a:r>
              <a:rPr lang="en-US" dirty="0"/>
              <a:t>Log Publisher</a:t>
            </a:r>
          </a:p>
        </p:txBody>
      </p:sp>
      <p:pic>
        <p:nvPicPr>
          <p:cNvPr id="5" name="Picture 4" descr="solar-logging-publisher.png"/>
          <p:cNvPicPr>
            <a:picLocks noChangeAspect="1"/>
          </p:cNvPicPr>
          <p:nvPr/>
        </p:nvPicPr>
        <p:blipFill>
          <a:blip r:embed="rId3" cstate="print"/>
          <a:stretch>
            <a:fillRect/>
          </a:stretch>
        </p:blipFill>
        <p:spPr>
          <a:xfrm>
            <a:off x="5606320" y="1675329"/>
            <a:ext cx="6125430" cy="2981795"/>
          </a:xfrm>
          <a:prstGeom prst="rect">
            <a:avLst/>
          </a:prstGeom>
        </p:spPr>
      </p:pic>
      <p:sp>
        <p:nvSpPr>
          <p:cNvPr id="2" name="Rectangle 1"/>
          <p:cNvSpPr/>
          <p:nvPr/>
        </p:nvSpPr>
        <p:spPr>
          <a:xfrm>
            <a:off x="7397021" y="3275528"/>
            <a:ext cx="1424415" cy="9906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5016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dirty="0"/>
              <a:t>Under System &gt; Logs &gt; Configuration &gt; Log Filters</a:t>
            </a:r>
          </a:p>
          <a:p>
            <a:r>
              <a:rPr lang="en-US" dirty="0"/>
              <a:t>Can create custom filters</a:t>
            </a:r>
          </a:p>
          <a:p>
            <a:pPr lvl="1"/>
            <a:r>
              <a:rPr lang="en-US" dirty="0"/>
              <a:t>Name</a:t>
            </a:r>
          </a:p>
          <a:p>
            <a:pPr lvl="1"/>
            <a:r>
              <a:rPr lang="en-US" dirty="0"/>
              <a:t>Description (optional)</a:t>
            </a:r>
          </a:p>
          <a:p>
            <a:pPr lvl="1"/>
            <a:r>
              <a:rPr lang="en-US" dirty="0"/>
              <a:t>Severity</a:t>
            </a:r>
          </a:p>
          <a:p>
            <a:pPr lvl="2"/>
            <a:r>
              <a:rPr lang="en-US" dirty="0"/>
              <a:t>Default is Debug</a:t>
            </a:r>
          </a:p>
          <a:p>
            <a:pPr lvl="1"/>
            <a:r>
              <a:rPr lang="en-US" dirty="0"/>
              <a:t>Source </a:t>
            </a:r>
          </a:p>
          <a:p>
            <a:pPr lvl="2"/>
            <a:r>
              <a:rPr lang="en-US" dirty="0"/>
              <a:t>List of processes</a:t>
            </a:r>
          </a:p>
          <a:p>
            <a:pPr lvl="2"/>
            <a:r>
              <a:rPr lang="en-US" dirty="0"/>
              <a:t>Defaults to all</a:t>
            </a:r>
          </a:p>
          <a:p>
            <a:pPr lvl="1"/>
            <a:r>
              <a:rPr lang="en-US" dirty="0"/>
              <a:t>Message ID</a:t>
            </a:r>
          </a:p>
          <a:p>
            <a:pPr lvl="1"/>
            <a:r>
              <a:rPr lang="en-US" dirty="0"/>
              <a:t>Log Publisher</a:t>
            </a:r>
          </a:p>
        </p:txBody>
      </p:sp>
      <p:sp>
        <p:nvSpPr>
          <p:cNvPr id="2" name="Text Placeholder 1">
            <a:extLst>
              <a:ext uri="{FF2B5EF4-FFF2-40B4-BE49-F238E27FC236}">
                <a16:creationId xmlns:a16="http://schemas.microsoft.com/office/drawing/2014/main" id="{04DD964E-BC08-453F-B9A7-78A83BF7A4F7}"/>
              </a:ext>
            </a:extLst>
          </p:cNvPr>
          <p:cNvSpPr>
            <a:spLocks noGrp="1"/>
          </p:cNvSpPr>
          <p:nvPr>
            <p:ph type="body" idx="13"/>
          </p:nvPr>
        </p:nvSpPr>
        <p:spPr/>
        <p:txBody>
          <a:bodyPr/>
          <a:lstStyle/>
          <a:p>
            <a:endParaRPr lang="en-US"/>
          </a:p>
        </p:txBody>
      </p:sp>
      <p:sp>
        <p:nvSpPr>
          <p:cNvPr id="3" name="Title 2"/>
          <p:cNvSpPr>
            <a:spLocks noGrp="1"/>
          </p:cNvSpPr>
          <p:nvPr>
            <p:ph type="title"/>
          </p:nvPr>
        </p:nvSpPr>
        <p:spPr/>
        <p:txBody>
          <a:bodyPr>
            <a:normAutofit/>
          </a:bodyPr>
          <a:lstStyle/>
          <a:p>
            <a:r>
              <a:rPr lang="en-US" dirty="0" err="1"/>
              <a:t>tmm_filter</a:t>
            </a:r>
            <a:r>
              <a:rPr lang="en-US" dirty="0"/>
              <a:t> (aka System Logging filter)</a:t>
            </a:r>
          </a:p>
        </p:txBody>
      </p:sp>
      <p:pic>
        <p:nvPicPr>
          <p:cNvPr id="6" name="Picture 5" descr="solar-logging-filter-main-screen.png"/>
          <p:cNvPicPr>
            <a:picLocks noChangeAspect="1"/>
          </p:cNvPicPr>
          <p:nvPr/>
        </p:nvPicPr>
        <p:blipFill>
          <a:blip r:embed="rId3" cstate="print"/>
          <a:stretch>
            <a:fillRect/>
          </a:stretch>
        </p:blipFill>
        <p:spPr>
          <a:xfrm>
            <a:off x="5649954" y="1551371"/>
            <a:ext cx="5287677" cy="5015881"/>
          </a:xfrm>
          <a:prstGeom prst="rect">
            <a:avLst/>
          </a:prstGeom>
        </p:spPr>
      </p:pic>
      <p:sp>
        <p:nvSpPr>
          <p:cNvPr id="8" name="Frame 7"/>
          <p:cNvSpPr/>
          <p:nvPr/>
        </p:nvSpPr>
        <p:spPr>
          <a:xfrm>
            <a:off x="8039100" y="2965939"/>
            <a:ext cx="876300" cy="304799"/>
          </a:xfrm>
          <a:prstGeom prst="frame">
            <a:avLst/>
          </a:prstGeom>
          <a:solidFill>
            <a:schemeClr val="accent1"/>
          </a:solidFill>
          <a:ln w="1270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0" name="Frame 9"/>
          <p:cNvSpPr/>
          <p:nvPr/>
        </p:nvSpPr>
        <p:spPr>
          <a:xfrm>
            <a:off x="8039098" y="4407652"/>
            <a:ext cx="1377463" cy="420456"/>
          </a:xfrm>
          <a:prstGeom prst="frame">
            <a:avLst/>
          </a:prstGeom>
          <a:solidFill>
            <a:schemeClr val="accent1"/>
          </a:solidFill>
          <a:ln w="1270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1" name="Frame 10"/>
          <p:cNvSpPr/>
          <p:nvPr/>
        </p:nvSpPr>
        <p:spPr>
          <a:xfrm>
            <a:off x="8039099" y="4842161"/>
            <a:ext cx="1773116" cy="424133"/>
          </a:xfrm>
          <a:prstGeom prst="frame">
            <a:avLst/>
          </a:prstGeom>
          <a:solidFill>
            <a:schemeClr val="accent1"/>
          </a:solidFill>
          <a:ln w="1270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2" name="Frame 11"/>
          <p:cNvSpPr/>
          <p:nvPr/>
        </p:nvSpPr>
        <p:spPr>
          <a:xfrm>
            <a:off x="8039099" y="5266295"/>
            <a:ext cx="2898532" cy="351551"/>
          </a:xfrm>
          <a:prstGeom prst="frame">
            <a:avLst/>
          </a:prstGeom>
          <a:solidFill>
            <a:schemeClr val="accent1"/>
          </a:solidFill>
          <a:ln w="1270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
        <p:nvSpPr>
          <p:cNvPr id="13" name="Frame 12"/>
          <p:cNvSpPr/>
          <p:nvPr/>
        </p:nvSpPr>
        <p:spPr>
          <a:xfrm>
            <a:off x="8039099" y="5645725"/>
            <a:ext cx="2274277" cy="417041"/>
          </a:xfrm>
          <a:prstGeom prst="frame">
            <a:avLst/>
          </a:prstGeom>
          <a:solidFill>
            <a:schemeClr val="accent1"/>
          </a:solidFill>
          <a:ln w="12700">
            <a:solidFill>
              <a:schemeClr val="accent1"/>
            </a:solidFill>
            <a:miter lim="800000"/>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endParaRPr lang="en-US" sz="2000" b="1" dirty="0">
              <a:solidFill>
                <a:schemeClr val="bg1"/>
              </a:solidFill>
              <a:ea typeface="ＭＳ Ｐゴシック" pitchFamily="-106" charset="-128"/>
            </a:endParaRPr>
          </a:p>
        </p:txBody>
      </p:sp>
    </p:spTree>
    <p:extLst>
      <p:ext uri="{BB962C8B-B14F-4D97-AF65-F5344CB8AC3E}">
        <p14:creationId xmlns:p14="http://schemas.microsoft.com/office/powerpoint/2010/main" val="294055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animEffect transition="in" filter="fade">
                                      <p:cBhvr>
                                        <p:cTn id="9" dur="500"/>
                                        <p:tgtEl>
                                          <p:spTgt spid="4">
                                            <p:txEl>
                                              <p:pRg st="2" end="2"/>
                                            </p:txEl>
                                          </p:spTgt>
                                        </p:tgtEl>
                                      </p:cBhvr>
                                    </p:animEffect>
                                  </p:childTnLst>
                                </p:cTn>
                              </p:par>
                              <p:par>
                                <p:cTn id="10" presetID="10"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0"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0"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par>
                                <p:cTn id="40" presetID="10" presetClass="entr" presetSubtype="0" fill="hold"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0" presetClass="entr" presetSubtype="0" fill="hold" nodeType="with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animEffect transition="in" filter="fade">
                                      <p:cBhvr>
                                        <p:cTn id="49"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C5A2122-71BA-466F-A8BF-E7CE888BF7AA}"/>
              </a:ext>
            </a:extLst>
          </p:cNvPr>
          <p:cNvSpPr>
            <a:spLocks noGrp="1"/>
          </p:cNvSpPr>
          <p:nvPr>
            <p:ph idx="1"/>
          </p:nvPr>
        </p:nvSpPr>
        <p:spPr/>
        <p:txBody>
          <a:bodyPr>
            <a:normAutofit/>
          </a:bodyPr>
          <a:lstStyle/>
          <a:p>
            <a:r>
              <a:rPr lang="en-US" dirty="0"/>
              <a:t>DNS</a:t>
            </a:r>
          </a:p>
          <a:p>
            <a:pPr lvl="1"/>
            <a:r>
              <a:rPr lang="en-US" dirty="0"/>
              <a:t>You should know to use and interpret the results of the </a:t>
            </a:r>
            <a:r>
              <a:rPr lang="en-US" dirty="0">
                <a:latin typeface="Consolas" panose="020B0609020204030204" pitchFamily="49" charset="0"/>
              </a:rPr>
              <a:t>dig</a:t>
            </a:r>
            <a:r>
              <a:rPr lang="en-US" dirty="0"/>
              <a:t> utility</a:t>
            </a:r>
          </a:p>
          <a:p>
            <a:r>
              <a:rPr lang="en-US" dirty="0"/>
              <a:t>NTP</a:t>
            </a:r>
          </a:p>
          <a:p>
            <a:pPr lvl="1"/>
            <a:r>
              <a:rPr lang="en-US" dirty="0">
                <a:hlinkClick r:id="rId2"/>
              </a:rPr>
              <a:t>K10240: Verifying NTP peer server communications</a:t>
            </a:r>
            <a:r>
              <a:rPr lang="en-US" dirty="0"/>
              <a:t> </a:t>
            </a:r>
          </a:p>
          <a:p>
            <a:r>
              <a:rPr lang="en-US" dirty="0"/>
              <a:t>SNMP</a:t>
            </a:r>
          </a:p>
          <a:p>
            <a:pPr lvl="1"/>
            <a:r>
              <a:rPr lang="en-US" dirty="0"/>
              <a:t>There is a test </a:t>
            </a:r>
            <a:r>
              <a:rPr lang="en-US" dirty="0" err="1"/>
              <a:t>snmp</a:t>
            </a:r>
            <a:r>
              <a:rPr lang="en-US" dirty="0"/>
              <a:t> button on the configuration page</a:t>
            </a:r>
          </a:p>
          <a:p>
            <a:r>
              <a:rPr lang="en-US" dirty="0"/>
              <a:t>Good old </a:t>
            </a:r>
            <a:r>
              <a:rPr lang="en-US" dirty="0" err="1"/>
              <a:t>tcpdump</a:t>
            </a:r>
            <a:endParaRPr lang="en-US" dirty="0"/>
          </a:p>
          <a:p>
            <a:r>
              <a:rPr lang="en-US" dirty="0"/>
              <a:t>Show services</a:t>
            </a:r>
          </a:p>
          <a:p>
            <a:pPr lvl="1"/>
            <a:r>
              <a:rPr lang="en-US" dirty="0">
                <a:latin typeface="Consolas" panose="020B0609020204030204" pitchFamily="49" charset="0"/>
              </a:rPr>
              <a:t>tmsh show service &lt;service&gt;  </a:t>
            </a:r>
            <a:r>
              <a:rPr lang="en-US" dirty="0"/>
              <a:t>or </a:t>
            </a:r>
            <a:r>
              <a:rPr lang="en-US" dirty="0">
                <a:latin typeface="Consolas" panose="020B0609020204030204" pitchFamily="49" charset="0"/>
              </a:rPr>
              <a:t>tmsh show service </a:t>
            </a:r>
            <a:r>
              <a:rPr lang="en-US" dirty="0"/>
              <a:t>(shows all services)</a:t>
            </a:r>
          </a:p>
          <a:p>
            <a:pPr lvl="1"/>
            <a:r>
              <a:rPr lang="en-US" dirty="0"/>
              <a:t>From the </a:t>
            </a:r>
            <a:r>
              <a:rPr lang="en-US" dirty="0" err="1"/>
              <a:t>linux</a:t>
            </a:r>
            <a:r>
              <a:rPr lang="en-US" dirty="0"/>
              <a:t> prompt:  </a:t>
            </a:r>
            <a:r>
              <a:rPr lang="en-US" dirty="0" err="1"/>
              <a:t>bigstart</a:t>
            </a:r>
            <a:r>
              <a:rPr lang="en-US" dirty="0"/>
              <a:t> status</a:t>
            </a:r>
          </a:p>
        </p:txBody>
      </p:sp>
      <p:sp>
        <p:nvSpPr>
          <p:cNvPr id="6" name="Text Placeholder 5">
            <a:extLst>
              <a:ext uri="{FF2B5EF4-FFF2-40B4-BE49-F238E27FC236}">
                <a16:creationId xmlns:a16="http://schemas.microsoft.com/office/drawing/2014/main" id="{171E1AC0-E618-4AFE-8E93-077F62EB08A8}"/>
              </a:ext>
            </a:extLst>
          </p:cNvPr>
          <p:cNvSpPr>
            <a:spLocks noGrp="1"/>
          </p:cNvSpPr>
          <p:nvPr>
            <p:ph type="body" idx="13"/>
          </p:nvPr>
        </p:nvSpPr>
        <p:spPr/>
        <p:txBody>
          <a:bodyPr/>
          <a:lstStyle/>
          <a:p>
            <a:endParaRPr lang="en-US"/>
          </a:p>
        </p:txBody>
      </p:sp>
      <p:sp>
        <p:nvSpPr>
          <p:cNvPr id="3" name="Footer Placeholder 2">
            <a:extLst>
              <a:ext uri="{FF2B5EF4-FFF2-40B4-BE49-F238E27FC236}">
                <a16:creationId xmlns:a16="http://schemas.microsoft.com/office/drawing/2014/main" id="{48405DF7-5328-4462-A2B5-C2FBCC3683D5}"/>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4" name="Title 3">
            <a:extLst>
              <a:ext uri="{FF2B5EF4-FFF2-40B4-BE49-F238E27FC236}">
                <a16:creationId xmlns:a16="http://schemas.microsoft.com/office/drawing/2014/main" id="{3984A91B-C779-462A-B05C-963434D84548}"/>
              </a:ext>
            </a:extLst>
          </p:cNvPr>
          <p:cNvSpPr>
            <a:spLocks noGrp="1"/>
          </p:cNvSpPr>
          <p:nvPr>
            <p:ph type="title"/>
          </p:nvPr>
        </p:nvSpPr>
        <p:spPr/>
        <p:txBody>
          <a:bodyPr/>
          <a:lstStyle/>
          <a:p>
            <a:r>
              <a:rPr lang="en-US" dirty="0"/>
              <a:t>Tools for Testing – DNS, NTP, SNMP, SYSLOG</a:t>
            </a:r>
          </a:p>
        </p:txBody>
      </p:sp>
    </p:spTree>
    <p:extLst>
      <p:ext uri="{BB962C8B-B14F-4D97-AF65-F5344CB8AC3E}">
        <p14:creationId xmlns:p14="http://schemas.microsoft.com/office/powerpoint/2010/main" val="4170487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0"/>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3.03 Identify the configured management-IP address</a:t>
            </a:r>
          </a:p>
        </p:txBody>
      </p:sp>
      <p:pic>
        <p:nvPicPr>
          <p:cNvPr id="3" name="Picture 2">
            <a:extLst>
              <a:ext uri="{FF2B5EF4-FFF2-40B4-BE49-F238E27FC236}">
                <a16:creationId xmlns:a16="http://schemas.microsoft.com/office/drawing/2014/main" id="{564356CE-F624-4DD0-9F4A-A333FBD22332}"/>
              </a:ext>
            </a:extLst>
          </p:cNvPr>
          <p:cNvPicPr>
            <a:picLocks noChangeAspect="1"/>
          </p:cNvPicPr>
          <p:nvPr/>
        </p:nvPicPr>
        <p:blipFill>
          <a:blip r:embed="rId2"/>
          <a:stretch>
            <a:fillRect/>
          </a:stretch>
        </p:blipFill>
        <p:spPr>
          <a:xfrm>
            <a:off x="457200" y="1819672"/>
            <a:ext cx="6022105" cy="2670266"/>
          </a:xfrm>
          <a:prstGeom prst="rect">
            <a:avLst/>
          </a:prstGeom>
        </p:spPr>
      </p:pic>
      <p:sp>
        <p:nvSpPr>
          <p:cNvPr id="7" name="TextBox 6">
            <a:extLst>
              <a:ext uri="{FF2B5EF4-FFF2-40B4-BE49-F238E27FC236}">
                <a16:creationId xmlns:a16="http://schemas.microsoft.com/office/drawing/2014/main" id="{CB48501D-C93D-4EC8-A5E3-C4436EF3522A}"/>
              </a:ext>
            </a:extLst>
          </p:cNvPr>
          <p:cNvSpPr txBox="1"/>
          <p:nvPr/>
        </p:nvSpPr>
        <p:spPr>
          <a:xfrm>
            <a:off x="7010402" y="2616196"/>
            <a:ext cx="4536830" cy="1077218"/>
          </a:xfrm>
          <a:prstGeom prst="rect">
            <a:avLst/>
          </a:prstGeom>
          <a:noFill/>
          <a:ln>
            <a:solidFill>
              <a:schemeClr val="accent1"/>
            </a:solidFill>
          </a:ln>
        </p:spPr>
        <p:txBody>
          <a:bodyPr wrap="square">
            <a:spAutoFit/>
          </a:bodyPr>
          <a:lstStyle/>
          <a:p>
            <a:r>
              <a:rPr lang="en-US" sz="1600" dirty="0" err="1">
                <a:latin typeface="Consolas" panose="020B0609020204030204" pitchFamily="49" charset="0"/>
              </a:rPr>
              <a:t>tmos</a:t>
            </a:r>
            <a:r>
              <a:rPr lang="en-US" sz="1600" dirty="0">
                <a:latin typeface="Consolas" panose="020B0609020204030204" pitchFamily="49" charset="0"/>
              </a:rPr>
              <a:t>)# list sys management-</a:t>
            </a:r>
            <a:r>
              <a:rPr lang="en-US" sz="1600" dirty="0" err="1">
                <a:latin typeface="Consolas" panose="020B0609020204030204" pitchFamily="49" charset="0"/>
              </a:rPr>
              <a:t>ip</a:t>
            </a:r>
            <a:endParaRPr lang="en-US" sz="1600" dirty="0">
              <a:latin typeface="Consolas" panose="020B0609020204030204" pitchFamily="49" charset="0"/>
            </a:endParaRPr>
          </a:p>
          <a:p>
            <a:r>
              <a:rPr lang="en-US" sz="1600" dirty="0">
                <a:latin typeface="Consolas" panose="020B0609020204030204" pitchFamily="49" charset="0"/>
              </a:rPr>
              <a:t>sys management-</a:t>
            </a:r>
            <a:r>
              <a:rPr lang="en-US" sz="1600" dirty="0" err="1">
                <a:latin typeface="Consolas" panose="020B0609020204030204" pitchFamily="49" charset="0"/>
              </a:rPr>
              <a:t>ip</a:t>
            </a:r>
            <a:r>
              <a:rPr lang="en-US" sz="1600" dirty="0">
                <a:latin typeface="Consolas" panose="020B0609020204030204" pitchFamily="49" charset="0"/>
              </a:rPr>
              <a:t> 10.1.1.4/24 {</a:t>
            </a:r>
          </a:p>
          <a:p>
            <a:r>
              <a:rPr lang="en-US" sz="1600" dirty="0">
                <a:latin typeface="Consolas" panose="020B0609020204030204" pitchFamily="49" charset="0"/>
              </a:rPr>
              <a:t>    description configured-statically</a:t>
            </a:r>
          </a:p>
          <a:p>
            <a:r>
              <a:rPr lang="en-US" sz="1600" dirty="0">
                <a:latin typeface="Consolas" panose="020B0609020204030204" pitchFamily="49" charset="0"/>
              </a:rPr>
              <a:t>}</a:t>
            </a:r>
          </a:p>
        </p:txBody>
      </p:sp>
      <p:pic>
        <p:nvPicPr>
          <p:cNvPr id="9" name="Picture 8">
            <a:extLst>
              <a:ext uri="{FF2B5EF4-FFF2-40B4-BE49-F238E27FC236}">
                <a16:creationId xmlns:a16="http://schemas.microsoft.com/office/drawing/2014/main" id="{373F1DBE-129D-42F5-8BF1-8B5ABD24B759}"/>
              </a:ext>
            </a:extLst>
          </p:cNvPr>
          <p:cNvPicPr>
            <a:picLocks noChangeAspect="1"/>
          </p:cNvPicPr>
          <p:nvPr/>
        </p:nvPicPr>
        <p:blipFill>
          <a:blip r:embed="rId3"/>
          <a:stretch>
            <a:fillRect/>
          </a:stretch>
        </p:blipFill>
        <p:spPr>
          <a:xfrm>
            <a:off x="457200" y="4630781"/>
            <a:ext cx="5606603" cy="1770019"/>
          </a:xfrm>
          <a:prstGeom prst="rect">
            <a:avLst/>
          </a:prstGeom>
        </p:spPr>
      </p:pic>
      <p:sp>
        <p:nvSpPr>
          <p:cNvPr id="10" name="TextBox 9">
            <a:extLst>
              <a:ext uri="{FF2B5EF4-FFF2-40B4-BE49-F238E27FC236}">
                <a16:creationId xmlns:a16="http://schemas.microsoft.com/office/drawing/2014/main" id="{2C5CC782-0E88-4712-9AF1-74449C86CB52}"/>
              </a:ext>
            </a:extLst>
          </p:cNvPr>
          <p:cNvSpPr txBox="1"/>
          <p:nvPr/>
        </p:nvSpPr>
        <p:spPr>
          <a:xfrm>
            <a:off x="457200" y="1517385"/>
            <a:ext cx="6022104" cy="302287"/>
          </a:xfrm>
          <a:prstGeom prst="rect">
            <a:avLst/>
          </a:prstGeom>
          <a:noFill/>
        </p:spPr>
        <p:txBody>
          <a:bodyPr wrap="none" lIns="0" tIns="0" rIns="0" bIns="0" rtlCol="0">
            <a:noAutofit/>
          </a:bodyPr>
          <a:lstStyle/>
          <a:p>
            <a:pPr algn="ctr">
              <a:lnSpc>
                <a:spcPct val="90000"/>
              </a:lnSpc>
              <a:spcBef>
                <a:spcPts val="200"/>
              </a:spcBef>
              <a:spcAft>
                <a:spcPts val="200"/>
              </a:spcAft>
            </a:pPr>
            <a:r>
              <a:rPr lang="en-US" sz="2400" b="1" kern="100" dirty="0">
                <a:latin typeface="+mj-lt"/>
              </a:rPr>
              <a:t>GUI</a:t>
            </a:r>
          </a:p>
        </p:txBody>
      </p:sp>
      <p:sp>
        <p:nvSpPr>
          <p:cNvPr id="11" name="TextBox 10">
            <a:extLst>
              <a:ext uri="{FF2B5EF4-FFF2-40B4-BE49-F238E27FC236}">
                <a16:creationId xmlns:a16="http://schemas.microsoft.com/office/drawing/2014/main" id="{DA703298-BD50-4A36-B863-8471578D2FB7}"/>
              </a:ext>
            </a:extLst>
          </p:cNvPr>
          <p:cNvSpPr txBox="1"/>
          <p:nvPr/>
        </p:nvSpPr>
        <p:spPr>
          <a:xfrm>
            <a:off x="7010402" y="2313909"/>
            <a:ext cx="4536830" cy="302287"/>
          </a:xfrm>
          <a:prstGeom prst="rect">
            <a:avLst/>
          </a:prstGeom>
          <a:noFill/>
        </p:spPr>
        <p:txBody>
          <a:bodyPr wrap="none" lIns="0" tIns="0" rIns="0" bIns="0" rtlCol="0">
            <a:noAutofit/>
          </a:bodyPr>
          <a:lstStyle/>
          <a:p>
            <a:pPr algn="ctr">
              <a:lnSpc>
                <a:spcPct val="90000"/>
              </a:lnSpc>
              <a:spcBef>
                <a:spcPts val="200"/>
              </a:spcBef>
              <a:spcAft>
                <a:spcPts val="200"/>
              </a:spcAft>
            </a:pPr>
            <a:r>
              <a:rPr lang="en-US" sz="2400" b="1" kern="100" dirty="0">
                <a:latin typeface="+mj-lt"/>
              </a:rPr>
              <a:t>TMSH</a:t>
            </a:r>
          </a:p>
        </p:txBody>
      </p:sp>
      <p:sp>
        <p:nvSpPr>
          <p:cNvPr id="12" name="TextBox 11">
            <a:extLst>
              <a:ext uri="{FF2B5EF4-FFF2-40B4-BE49-F238E27FC236}">
                <a16:creationId xmlns:a16="http://schemas.microsoft.com/office/drawing/2014/main" id="{F812553A-383E-4F8A-A97C-2E76696BE788}"/>
              </a:ext>
            </a:extLst>
          </p:cNvPr>
          <p:cNvSpPr txBox="1"/>
          <p:nvPr/>
        </p:nvSpPr>
        <p:spPr>
          <a:xfrm>
            <a:off x="6128199" y="6094395"/>
            <a:ext cx="4021842" cy="302288"/>
          </a:xfrm>
          <a:prstGeom prst="rect">
            <a:avLst/>
          </a:prstGeom>
          <a:noFill/>
        </p:spPr>
        <p:txBody>
          <a:bodyPr wrap="square" lIns="0" tIns="0" rIns="0" bIns="0" rtlCol="0">
            <a:noAutofit/>
          </a:bodyPr>
          <a:lstStyle/>
          <a:p>
            <a:pPr algn="l">
              <a:lnSpc>
                <a:spcPct val="90000"/>
              </a:lnSpc>
              <a:spcBef>
                <a:spcPts val="200"/>
              </a:spcBef>
              <a:spcAft>
                <a:spcPts val="200"/>
              </a:spcAft>
            </a:pPr>
            <a:r>
              <a:rPr lang="en-US" b="1" kern="100" dirty="0">
                <a:latin typeface="+mj-lt"/>
              </a:rPr>
              <a:t>“config” utility at the </a:t>
            </a:r>
            <a:r>
              <a:rPr lang="en-US" b="1" kern="100" dirty="0" err="1">
                <a:latin typeface="+mj-lt"/>
              </a:rPr>
              <a:t>linux</a:t>
            </a:r>
            <a:r>
              <a:rPr lang="en-US" b="1" kern="100" dirty="0">
                <a:latin typeface="+mj-lt"/>
              </a:rPr>
              <a:t> prompt</a:t>
            </a:r>
          </a:p>
        </p:txBody>
      </p:sp>
    </p:spTree>
    <p:extLst>
      <p:ext uri="{BB962C8B-B14F-4D97-AF65-F5344CB8AC3E}">
        <p14:creationId xmlns:p14="http://schemas.microsoft.com/office/powerpoint/2010/main" val="2482083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5FC4C-7D8F-4614-AED9-444CD51F8F91}"/>
              </a:ext>
            </a:extLst>
          </p:cNvPr>
          <p:cNvSpPr>
            <a:spLocks noGrp="1"/>
          </p:cNvSpPr>
          <p:nvPr>
            <p:ph idx="1"/>
          </p:nvPr>
        </p:nvSpPr>
        <p:spPr>
          <a:xfrm>
            <a:off x="4919731" y="1722327"/>
            <a:ext cx="6272010" cy="4748730"/>
          </a:xfrm>
        </p:spPr>
        <p:txBody>
          <a:bodyPr>
            <a:normAutofit/>
          </a:bodyPr>
          <a:lstStyle/>
          <a:p>
            <a:r>
              <a:rPr lang="en-US" sz="1600" dirty="0"/>
              <a:t>To add to the allow list:</a:t>
            </a:r>
          </a:p>
          <a:p>
            <a:pPr lvl="1"/>
            <a:r>
              <a:rPr lang="en-US" sz="1600" dirty="0"/>
              <a:t>modify /sys </a:t>
            </a:r>
            <a:r>
              <a:rPr lang="en-US" sz="1600" dirty="0" err="1"/>
              <a:t>sshd</a:t>
            </a:r>
            <a:r>
              <a:rPr lang="en-US" sz="1600" dirty="0"/>
              <a:t> allow add { &lt;IP address or IP address range&gt; }</a:t>
            </a:r>
          </a:p>
          <a:p>
            <a:r>
              <a:rPr lang="en-US" sz="1600" dirty="0"/>
              <a:t>To replace the list</a:t>
            </a:r>
          </a:p>
          <a:p>
            <a:pPr lvl="1"/>
            <a:r>
              <a:rPr lang="en-US" sz="1600" dirty="0"/>
              <a:t>modify /sys </a:t>
            </a:r>
            <a:r>
              <a:rPr lang="en-US" sz="1600" dirty="0" err="1"/>
              <a:t>sshd</a:t>
            </a:r>
            <a:r>
              <a:rPr lang="en-US" sz="1600" dirty="0"/>
              <a:t> replace-all-with {&lt;IP address or IP address range&gt;}</a:t>
            </a:r>
          </a:p>
          <a:p>
            <a:r>
              <a:rPr lang="en-US" sz="1600" dirty="0"/>
              <a:t>Default is: </a:t>
            </a:r>
          </a:p>
          <a:p>
            <a:endParaRPr lang="en-US" sz="1600" dirty="0"/>
          </a:p>
          <a:p>
            <a:endParaRPr lang="en-US" sz="1600" dirty="0"/>
          </a:p>
          <a:p>
            <a:r>
              <a:rPr lang="en-US" sz="1600" dirty="0"/>
              <a:t>Save the change by entering the following command:</a:t>
            </a:r>
          </a:p>
          <a:p>
            <a:pPr lvl="1"/>
            <a:r>
              <a:rPr lang="en-US" sz="1600" dirty="0"/>
              <a:t>save /sys config</a:t>
            </a:r>
          </a:p>
          <a:p>
            <a:endParaRPr lang="en-US" sz="1600" dirty="0"/>
          </a:p>
        </p:txBody>
      </p:sp>
      <p:sp>
        <p:nvSpPr>
          <p:cNvPr id="3" name="Text Placeholder 2">
            <a:extLst>
              <a:ext uri="{FF2B5EF4-FFF2-40B4-BE49-F238E27FC236}">
                <a16:creationId xmlns:a16="http://schemas.microsoft.com/office/drawing/2014/main" id="{777115BC-1769-4220-A305-1DE7BDBBB58D}"/>
              </a:ext>
            </a:extLst>
          </p:cNvPr>
          <p:cNvSpPr>
            <a:spLocks noGrp="1"/>
          </p:cNvSpPr>
          <p:nvPr>
            <p:ph type="body" idx="13"/>
          </p:nvPr>
        </p:nvSpPr>
        <p:spPr/>
        <p:txBody>
          <a:bodyPr/>
          <a:lstStyle/>
          <a:p>
            <a:r>
              <a:rPr lang="en-US" dirty="0">
                <a:hlinkClick r:id="rId2"/>
              </a:rPr>
              <a:t>K13309: Restricting access to the Configuration utility by source IP address (11.x - 16.x)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3.03 Identify SSH access list to management-IP address</a:t>
            </a:r>
          </a:p>
        </p:txBody>
      </p:sp>
      <p:pic>
        <p:nvPicPr>
          <p:cNvPr id="7" name="Picture 6">
            <a:extLst>
              <a:ext uri="{FF2B5EF4-FFF2-40B4-BE49-F238E27FC236}">
                <a16:creationId xmlns:a16="http://schemas.microsoft.com/office/drawing/2014/main" id="{A512B5E0-B959-425A-9C8F-19791FBA625E}"/>
              </a:ext>
            </a:extLst>
          </p:cNvPr>
          <p:cNvPicPr>
            <a:picLocks noChangeAspect="1"/>
          </p:cNvPicPr>
          <p:nvPr/>
        </p:nvPicPr>
        <p:blipFill>
          <a:blip r:embed="rId3"/>
          <a:stretch>
            <a:fillRect/>
          </a:stretch>
        </p:blipFill>
        <p:spPr>
          <a:xfrm>
            <a:off x="212501" y="1662018"/>
            <a:ext cx="4604198" cy="4738782"/>
          </a:xfrm>
          <a:prstGeom prst="rect">
            <a:avLst/>
          </a:prstGeom>
        </p:spPr>
      </p:pic>
      <p:sp>
        <p:nvSpPr>
          <p:cNvPr id="9" name="TextBox 8">
            <a:extLst>
              <a:ext uri="{FF2B5EF4-FFF2-40B4-BE49-F238E27FC236}">
                <a16:creationId xmlns:a16="http://schemas.microsoft.com/office/drawing/2014/main" id="{00FE6C0F-E236-41A1-9770-85E1161B7E57}"/>
              </a:ext>
            </a:extLst>
          </p:cNvPr>
          <p:cNvSpPr txBox="1"/>
          <p:nvPr/>
        </p:nvSpPr>
        <p:spPr>
          <a:xfrm>
            <a:off x="5606772" y="4031409"/>
            <a:ext cx="3356924" cy="1077218"/>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list sys </a:t>
            </a:r>
            <a:r>
              <a:rPr lang="en-US" sz="1600" dirty="0" err="1">
                <a:latin typeface="Consolas" panose="020B0609020204030204" pitchFamily="49" charset="0"/>
              </a:rPr>
              <a:t>sshd</a:t>
            </a:r>
            <a:r>
              <a:rPr lang="en-US" sz="1600" dirty="0">
                <a:latin typeface="Consolas" panose="020B0609020204030204" pitchFamily="49" charset="0"/>
              </a:rPr>
              <a:t> allow</a:t>
            </a:r>
          </a:p>
          <a:p>
            <a:r>
              <a:rPr lang="en-US" sz="1600" dirty="0">
                <a:latin typeface="Consolas" panose="020B0609020204030204" pitchFamily="49" charset="0"/>
              </a:rPr>
              <a:t>sys </a:t>
            </a:r>
            <a:r>
              <a:rPr lang="en-US" sz="1600" dirty="0" err="1">
                <a:latin typeface="Consolas" panose="020B0609020204030204" pitchFamily="49" charset="0"/>
              </a:rPr>
              <a:t>sshd</a:t>
            </a:r>
            <a:r>
              <a:rPr lang="en-US" sz="1600" dirty="0">
                <a:latin typeface="Consolas" panose="020B0609020204030204" pitchFamily="49" charset="0"/>
              </a:rPr>
              <a:t> {</a:t>
            </a:r>
          </a:p>
          <a:p>
            <a:r>
              <a:rPr lang="en-US" sz="1600" dirty="0">
                <a:latin typeface="Consolas" panose="020B0609020204030204" pitchFamily="49" charset="0"/>
              </a:rPr>
              <a:t>    </a:t>
            </a:r>
            <a:r>
              <a:rPr lang="en-US" sz="1600" b="1" dirty="0">
                <a:latin typeface="Consolas" panose="020B0609020204030204" pitchFamily="49" charset="0"/>
              </a:rPr>
              <a:t>allow { All }</a:t>
            </a:r>
          </a:p>
          <a:p>
            <a:r>
              <a:rPr lang="en-US" sz="1600" dirty="0">
                <a:latin typeface="Consolas" panose="020B0609020204030204" pitchFamily="49" charset="0"/>
              </a:rPr>
              <a:t>}</a:t>
            </a:r>
          </a:p>
        </p:txBody>
      </p:sp>
    </p:spTree>
    <p:extLst>
      <p:ext uri="{BB962C8B-B14F-4D97-AF65-F5344CB8AC3E}">
        <p14:creationId xmlns:p14="http://schemas.microsoft.com/office/powerpoint/2010/main" val="320692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5FC4C-7D8F-4614-AED9-444CD51F8F91}"/>
              </a:ext>
            </a:extLst>
          </p:cNvPr>
          <p:cNvSpPr>
            <a:spLocks noGrp="1"/>
          </p:cNvSpPr>
          <p:nvPr>
            <p:ph idx="1"/>
          </p:nvPr>
        </p:nvSpPr>
        <p:spPr>
          <a:xfrm>
            <a:off x="296215" y="1675329"/>
            <a:ext cx="11435536" cy="4748730"/>
          </a:xfrm>
        </p:spPr>
        <p:txBody>
          <a:bodyPr>
            <a:normAutofit/>
          </a:bodyPr>
          <a:lstStyle/>
          <a:p>
            <a:r>
              <a:rPr lang="en-US" sz="1600" dirty="0"/>
              <a:t>To add to the allow list:</a:t>
            </a:r>
          </a:p>
          <a:p>
            <a:pPr lvl="1"/>
            <a:r>
              <a:rPr lang="en-US" sz="1600" dirty="0"/>
              <a:t>modify /sys httpd allow add { &lt;IP address or IP address range&gt; }</a:t>
            </a:r>
          </a:p>
          <a:p>
            <a:r>
              <a:rPr lang="en-US" sz="1600" dirty="0"/>
              <a:t>To replace the list</a:t>
            </a:r>
          </a:p>
          <a:p>
            <a:pPr lvl="1"/>
            <a:r>
              <a:rPr lang="en-US" sz="1600" dirty="0"/>
              <a:t>modify /sys httpd replace-all-with {&lt;IP address or IP address range&gt;}</a:t>
            </a:r>
          </a:p>
          <a:p>
            <a:r>
              <a:rPr lang="en-US" sz="1600" dirty="0"/>
              <a:t>Default is: </a:t>
            </a:r>
          </a:p>
          <a:p>
            <a:endParaRPr lang="en-US" sz="1600" dirty="0"/>
          </a:p>
          <a:p>
            <a:endParaRPr lang="en-US" sz="1600" dirty="0"/>
          </a:p>
          <a:p>
            <a:r>
              <a:rPr lang="en-US" sz="1600" dirty="0"/>
              <a:t>Save the change by entering the following command:</a:t>
            </a:r>
          </a:p>
          <a:p>
            <a:pPr lvl="1"/>
            <a:r>
              <a:rPr lang="en-US" sz="1600" dirty="0"/>
              <a:t>save /sys config</a:t>
            </a:r>
          </a:p>
          <a:p>
            <a:endParaRPr lang="en-US" dirty="0"/>
          </a:p>
        </p:txBody>
      </p:sp>
      <p:sp>
        <p:nvSpPr>
          <p:cNvPr id="3" name="Text Placeholder 2">
            <a:extLst>
              <a:ext uri="{FF2B5EF4-FFF2-40B4-BE49-F238E27FC236}">
                <a16:creationId xmlns:a16="http://schemas.microsoft.com/office/drawing/2014/main" id="{777115BC-1769-4220-A305-1DE7BDBBB58D}"/>
              </a:ext>
            </a:extLst>
          </p:cNvPr>
          <p:cNvSpPr>
            <a:spLocks noGrp="1"/>
          </p:cNvSpPr>
          <p:nvPr>
            <p:ph type="body" idx="13"/>
          </p:nvPr>
        </p:nvSpPr>
        <p:spPr/>
        <p:txBody>
          <a:bodyPr/>
          <a:lstStyle/>
          <a:p>
            <a:r>
              <a:rPr lang="en-US" dirty="0">
                <a:hlinkClick r:id="rId2"/>
              </a:rPr>
              <a:t>K13309: Restricting access to the Configuration utility by source IP address (11.x - 16.x)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3.03 Identify HTTP access list to management-IP address</a:t>
            </a:r>
          </a:p>
        </p:txBody>
      </p:sp>
      <p:sp>
        <p:nvSpPr>
          <p:cNvPr id="9" name="TextBox 8">
            <a:extLst>
              <a:ext uri="{FF2B5EF4-FFF2-40B4-BE49-F238E27FC236}">
                <a16:creationId xmlns:a16="http://schemas.microsoft.com/office/drawing/2014/main" id="{00FE6C0F-E236-41A1-9770-85E1161B7E57}"/>
              </a:ext>
            </a:extLst>
          </p:cNvPr>
          <p:cNvSpPr txBox="1"/>
          <p:nvPr/>
        </p:nvSpPr>
        <p:spPr>
          <a:xfrm>
            <a:off x="1165108" y="4049694"/>
            <a:ext cx="3046927" cy="1323439"/>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list sys httpd allow</a:t>
            </a:r>
          </a:p>
          <a:p>
            <a:r>
              <a:rPr lang="en-US" sz="1600" dirty="0">
                <a:latin typeface="Consolas" panose="020B0609020204030204" pitchFamily="49" charset="0"/>
              </a:rPr>
              <a:t>sys httpd {</a:t>
            </a:r>
          </a:p>
          <a:p>
            <a:r>
              <a:rPr lang="en-US" sz="1600" dirty="0">
                <a:latin typeface="Consolas" panose="020B0609020204030204" pitchFamily="49" charset="0"/>
              </a:rPr>
              <a:t>    </a:t>
            </a:r>
            <a:r>
              <a:rPr lang="en-US" sz="1600" b="1" dirty="0">
                <a:latin typeface="Consolas" panose="020B0609020204030204" pitchFamily="49" charset="0"/>
              </a:rPr>
              <a:t>allow { All }</a:t>
            </a:r>
          </a:p>
          <a:p>
            <a:r>
              <a:rPr lang="en-US" sz="1600" dirty="0">
                <a:latin typeface="Consolas" panose="020B0609020204030204" pitchFamily="49" charset="0"/>
              </a:rPr>
              <a:t>}</a:t>
            </a:r>
          </a:p>
        </p:txBody>
      </p:sp>
    </p:spTree>
    <p:extLst>
      <p:ext uri="{BB962C8B-B14F-4D97-AF65-F5344CB8AC3E}">
        <p14:creationId xmlns:p14="http://schemas.microsoft.com/office/powerpoint/2010/main" val="11725873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35C65C-DF23-4F4A-808C-689B0CD339E2}"/>
              </a:ext>
            </a:extLst>
          </p:cNvPr>
          <p:cNvSpPr>
            <a:spLocks noGrp="1"/>
          </p:cNvSpPr>
          <p:nvPr>
            <p:ph idx="1"/>
          </p:nvPr>
        </p:nvSpPr>
        <p:spPr/>
        <p:txBody>
          <a:bodyPr/>
          <a:lstStyle/>
          <a:p>
            <a:r>
              <a:rPr lang="en-US" dirty="0"/>
              <a:t>You connect to the Management interface</a:t>
            </a:r>
          </a:p>
          <a:p>
            <a:pPr lvl="1"/>
            <a:r>
              <a:rPr lang="en-US" dirty="0"/>
              <a:t>GUI over HTTPS (port 443)</a:t>
            </a:r>
          </a:p>
          <a:p>
            <a:pPr lvl="1"/>
            <a:r>
              <a:rPr lang="en-US" dirty="0"/>
              <a:t>Terminal via SSH (port 22)</a:t>
            </a:r>
          </a:p>
          <a:p>
            <a:r>
              <a:rPr lang="en-US" dirty="0"/>
              <a:t>By default these ports are open on the OOB Manage IP</a:t>
            </a:r>
          </a:p>
          <a:p>
            <a:r>
              <a:rPr lang="en-US" dirty="0"/>
              <a:t>You can also connect to the management interfaces via a self IP address</a:t>
            </a:r>
          </a:p>
          <a:p>
            <a:pPr lvl="1"/>
            <a:r>
              <a:rPr lang="en-US" dirty="0"/>
              <a:t>You must modify the default port lockdown of “None”</a:t>
            </a:r>
          </a:p>
          <a:p>
            <a:pPr lvl="1"/>
            <a:r>
              <a:rPr lang="en-US" dirty="0"/>
              <a:t>You should never open management interfaces to the internet</a:t>
            </a:r>
          </a:p>
        </p:txBody>
      </p:sp>
      <p:sp>
        <p:nvSpPr>
          <p:cNvPr id="3" name="Text Placeholder 2">
            <a:extLst>
              <a:ext uri="{FF2B5EF4-FFF2-40B4-BE49-F238E27FC236}">
                <a16:creationId xmlns:a16="http://schemas.microsoft.com/office/drawing/2014/main" id="{92172A5A-5B4C-4997-9455-EE36BBA8A8F8}"/>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2800" dirty="0"/>
              <a:t>3.03 Show remote connectivity to the BIG-IP Management interface</a:t>
            </a:r>
          </a:p>
        </p:txBody>
      </p:sp>
    </p:spTree>
    <p:extLst>
      <p:ext uri="{BB962C8B-B14F-4D97-AF65-F5344CB8AC3E}">
        <p14:creationId xmlns:p14="http://schemas.microsoft.com/office/powerpoint/2010/main" val="2149591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405DCD-F2AC-43C5-BDD9-FFAB6CE6809C}"/>
              </a:ext>
            </a:extLst>
          </p:cNvPr>
          <p:cNvSpPr>
            <a:spLocks noGrp="1"/>
          </p:cNvSpPr>
          <p:nvPr>
            <p:ph idx="1"/>
          </p:nvPr>
        </p:nvSpPr>
        <p:spPr>
          <a:xfrm>
            <a:off x="457200" y="1967113"/>
            <a:ext cx="7250596" cy="4456946"/>
          </a:xfrm>
        </p:spPr>
        <p:txBody>
          <a:bodyPr/>
          <a:lstStyle/>
          <a:p>
            <a:r>
              <a:rPr lang="en-US" dirty="0"/>
              <a:t>Port Lockdown determines which ports a self IP address will respond too</a:t>
            </a:r>
          </a:p>
          <a:p>
            <a:pPr lvl="1"/>
            <a:r>
              <a:rPr lang="en-US" dirty="0"/>
              <a:t>By default Port Lockdown is none, the self IP only responds to ICMP</a:t>
            </a:r>
          </a:p>
          <a:p>
            <a:r>
              <a:rPr lang="en-US" dirty="0"/>
              <a:t>Port Lockdown settings can be modified to allow other traffic, such as, port 443 or 22 for management</a:t>
            </a:r>
          </a:p>
          <a:p>
            <a:endParaRPr lang="en-US" dirty="0"/>
          </a:p>
        </p:txBody>
      </p:sp>
      <p:sp>
        <p:nvSpPr>
          <p:cNvPr id="3" name="Text Placeholder 2">
            <a:extLst>
              <a:ext uri="{FF2B5EF4-FFF2-40B4-BE49-F238E27FC236}">
                <a16:creationId xmlns:a16="http://schemas.microsoft.com/office/drawing/2014/main" id="{D464E29C-7BC9-4B8F-B80E-C92730852DDE}"/>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3.03 Interpret port lockdown settings to Self-IP</a:t>
            </a:r>
          </a:p>
        </p:txBody>
      </p:sp>
      <p:pic>
        <p:nvPicPr>
          <p:cNvPr id="7" name="Picture 6">
            <a:extLst>
              <a:ext uri="{FF2B5EF4-FFF2-40B4-BE49-F238E27FC236}">
                <a16:creationId xmlns:a16="http://schemas.microsoft.com/office/drawing/2014/main" id="{2634450E-527D-4115-B04C-BFADD5156558}"/>
              </a:ext>
            </a:extLst>
          </p:cNvPr>
          <p:cNvPicPr>
            <a:picLocks noChangeAspect="1"/>
          </p:cNvPicPr>
          <p:nvPr/>
        </p:nvPicPr>
        <p:blipFill>
          <a:blip r:embed="rId2"/>
          <a:stretch>
            <a:fillRect/>
          </a:stretch>
        </p:blipFill>
        <p:spPr>
          <a:xfrm>
            <a:off x="457200" y="3874888"/>
            <a:ext cx="6494435" cy="2312832"/>
          </a:xfrm>
          <a:prstGeom prst="rect">
            <a:avLst/>
          </a:prstGeom>
        </p:spPr>
      </p:pic>
      <p:pic>
        <p:nvPicPr>
          <p:cNvPr id="9" name="Picture 8">
            <a:extLst>
              <a:ext uri="{FF2B5EF4-FFF2-40B4-BE49-F238E27FC236}">
                <a16:creationId xmlns:a16="http://schemas.microsoft.com/office/drawing/2014/main" id="{D4133BDC-540D-4DFB-80C9-6A63EEC17833}"/>
              </a:ext>
            </a:extLst>
          </p:cNvPr>
          <p:cNvPicPr>
            <a:picLocks noChangeAspect="1"/>
          </p:cNvPicPr>
          <p:nvPr/>
        </p:nvPicPr>
        <p:blipFill>
          <a:blip r:embed="rId3"/>
          <a:stretch>
            <a:fillRect/>
          </a:stretch>
        </p:blipFill>
        <p:spPr>
          <a:xfrm>
            <a:off x="7707795" y="2614411"/>
            <a:ext cx="4270751" cy="3573309"/>
          </a:xfrm>
          <a:prstGeom prst="rect">
            <a:avLst/>
          </a:prstGeom>
        </p:spPr>
      </p:pic>
    </p:spTree>
    <p:extLst>
      <p:ext uri="{BB962C8B-B14F-4D97-AF65-F5344CB8AC3E}">
        <p14:creationId xmlns:p14="http://schemas.microsoft.com/office/powerpoint/2010/main" val="165285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405DCD-F2AC-43C5-BDD9-FFAB6CE6809C}"/>
              </a:ext>
            </a:extLst>
          </p:cNvPr>
          <p:cNvSpPr>
            <a:spLocks noGrp="1"/>
          </p:cNvSpPr>
          <p:nvPr>
            <p:ph idx="1"/>
          </p:nvPr>
        </p:nvSpPr>
        <p:spPr>
          <a:xfrm>
            <a:off x="457200" y="1967113"/>
            <a:ext cx="6742090" cy="4456946"/>
          </a:xfrm>
        </p:spPr>
        <p:txBody>
          <a:bodyPr>
            <a:normAutofit lnSpcReduction="10000"/>
          </a:bodyPr>
          <a:lstStyle/>
          <a:p>
            <a:r>
              <a:rPr lang="en-US" dirty="0"/>
              <a:t>You can select “Allow Default” which opens the following:</a:t>
            </a:r>
          </a:p>
          <a:p>
            <a:pPr lvl="1">
              <a:spcBef>
                <a:spcPts val="600"/>
              </a:spcBef>
            </a:pPr>
            <a:r>
              <a:rPr lang="en-US" dirty="0"/>
              <a:t>ospf:any</a:t>
            </a:r>
          </a:p>
          <a:p>
            <a:pPr lvl="1">
              <a:spcBef>
                <a:spcPts val="600"/>
              </a:spcBef>
            </a:pPr>
            <a:r>
              <a:rPr lang="en-US" dirty="0" err="1"/>
              <a:t>tcp:domain</a:t>
            </a:r>
            <a:r>
              <a:rPr lang="en-US" dirty="0"/>
              <a:t> (53)</a:t>
            </a:r>
          </a:p>
          <a:p>
            <a:pPr lvl="1">
              <a:spcBef>
                <a:spcPts val="600"/>
              </a:spcBef>
            </a:pPr>
            <a:r>
              <a:rPr lang="en-US" dirty="0"/>
              <a:t>tcp:f5-iquery (4353)</a:t>
            </a:r>
          </a:p>
          <a:p>
            <a:pPr lvl="1">
              <a:spcBef>
                <a:spcPts val="600"/>
              </a:spcBef>
            </a:pPr>
            <a:r>
              <a:rPr lang="en-US" dirty="0" err="1"/>
              <a:t>tcp:https</a:t>
            </a:r>
            <a:r>
              <a:rPr lang="en-US" dirty="0"/>
              <a:t> (443)</a:t>
            </a:r>
          </a:p>
          <a:p>
            <a:pPr lvl="1">
              <a:spcBef>
                <a:spcPts val="600"/>
              </a:spcBef>
            </a:pPr>
            <a:r>
              <a:rPr lang="en-US" dirty="0" err="1"/>
              <a:t>tcp:snmp</a:t>
            </a:r>
            <a:r>
              <a:rPr lang="en-US" dirty="0"/>
              <a:t> (161)</a:t>
            </a:r>
          </a:p>
          <a:p>
            <a:pPr lvl="1">
              <a:spcBef>
                <a:spcPts val="600"/>
              </a:spcBef>
            </a:pPr>
            <a:r>
              <a:rPr lang="en-US" dirty="0" err="1"/>
              <a:t>tcp:ssh</a:t>
            </a:r>
            <a:r>
              <a:rPr lang="en-US" dirty="0"/>
              <a:t> (22)</a:t>
            </a:r>
          </a:p>
          <a:p>
            <a:pPr lvl="1">
              <a:spcBef>
                <a:spcPts val="600"/>
              </a:spcBef>
            </a:pPr>
            <a:r>
              <a:rPr lang="en-US" dirty="0"/>
              <a:t>udp:520</a:t>
            </a:r>
          </a:p>
          <a:p>
            <a:pPr lvl="1">
              <a:spcBef>
                <a:spcPts val="600"/>
              </a:spcBef>
            </a:pPr>
            <a:r>
              <a:rPr lang="en-US" dirty="0" err="1"/>
              <a:t>udp:cap</a:t>
            </a:r>
            <a:r>
              <a:rPr lang="en-US" dirty="0"/>
              <a:t> (1026 - for network failover)</a:t>
            </a:r>
          </a:p>
          <a:p>
            <a:pPr lvl="1">
              <a:spcBef>
                <a:spcPts val="600"/>
              </a:spcBef>
            </a:pPr>
            <a:r>
              <a:rPr lang="en-US" dirty="0" err="1"/>
              <a:t>udp:domain</a:t>
            </a:r>
            <a:r>
              <a:rPr lang="en-US" dirty="0"/>
              <a:t> (53)</a:t>
            </a:r>
          </a:p>
          <a:p>
            <a:pPr lvl="1">
              <a:spcBef>
                <a:spcPts val="600"/>
              </a:spcBef>
            </a:pPr>
            <a:r>
              <a:rPr lang="en-US" dirty="0"/>
              <a:t>udp:f5-iquery (4353)</a:t>
            </a:r>
          </a:p>
          <a:p>
            <a:pPr lvl="1">
              <a:spcBef>
                <a:spcPts val="600"/>
              </a:spcBef>
            </a:pPr>
            <a:r>
              <a:rPr lang="en-US" dirty="0" err="1"/>
              <a:t>udp:snmp</a:t>
            </a:r>
            <a:r>
              <a:rPr lang="en-US" dirty="0"/>
              <a:t> (161)</a:t>
            </a:r>
          </a:p>
          <a:p>
            <a:r>
              <a:rPr lang="en-US" dirty="0"/>
              <a:t>Or you can select custom ports to open</a:t>
            </a:r>
          </a:p>
          <a:p>
            <a:endParaRPr lang="en-US" dirty="0"/>
          </a:p>
          <a:p>
            <a:endParaRPr lang="en-US" dirty="0"/>
          </a:p>
        </p:txBody>
      </p:sp>
      <p:sp>
        <p:nvSpPr>
          <p:cNvPr id="3" name="Text Placeholder 2">
            <a:extLst>
              <a:ext uri="{FF2B5EF4-FFF2-40B4-BE49-F238E27FC236}">
                <a16:creationId xmlns:a16="http://schemas.microsoft.com/office/drawing/2014/main" id="{D464E29C-7BC9-4B8F-B80E-C92730852DDE}"/>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3.03 Interpret port lockdown settings to Self-IP</a:t>
            </a:r>
          </a:p>
        </p:txBody>
      </p:sp>
      <p:sp>
        <p:nvSpPr>
          <p:cNvPr id="11" name="TextBox 10">
            <a:extLst>
              <a:ext uri="{FF2B5EF4-FFF2-40B4-BE49-F238E27FC236}">
                <a16:creationId xmlns:a16="http://schemas.microsoft.com/office/drawing/2014/main" id="{6B53C639-0974-4B90-B65D-2B0374754DE6}"/>
              </a:ext>
            </a:extLst>
          </p:cNvPr>
          <p:cNvSpPr txBox="1"/>
          <p:nvPr/>
        </p:nvSpPr>
        <p:spPr>
          <a:xfrm>
            <a:off x="8933817" y="2352277"/>
            <a:ext cx="2926724" cy="2062103"/>
          </a:xfrm>
          <a:prstGeom prst="rect">
            <a:avLst/>
          </a:prstGeom>
          <a:noFill/>
          <a:ln>
            <a:solidFill>
              <a:schemeClr val="accent1"/>
            </a:solidFill>
          </a:ln>
        </p:spPr>
        <p:txBody>
          <a:bodyPr wrap="square">
            <a:spAutoFit/>
          </a:bodyPr>
          <a:lstStyle/>
          <a:p>
            <a:r>
              <a:rPr lang="en-US" sz="1600" dirty="0">
                <a:latin typeface="Consolas" panose="020B0609020204030204" pitchFamily="49" charset="0"/>
              </a:rPr>
              <a:t>list net self</a:t>
            </a:r>
          </a:p>
          <a:p>
            <a:r>
              <a:rPr lang="en-US" sz="1600" dirty="0">
                <a:latin typeface="Consolas" panose="020B0609020204030204" pitchFamily="49" charset="0"/>
              </a:rPr>
              <a:t>net self </a:t>
            </a:r>
            <a:r>
              <a:rPr lang="en-US" sz="1600" dirty="0" err="1">
                <a:latin typeface="Consolas" panose="020B0609020204030204" pitchFamily="49" charset="0"/>
              </a:rPr>
              <a:t>client_ip</a:t>
            </a:r>
            <a:r>
              <a:rPr lang="en-US" sz="1600" dirty="0">
                <a:latin typeface="Consolas" panose="020B0609020204030204" pitchFamily="49" charset="0"/>
              </a:rPr>
              <a:t> {</a:t>
            </a:r>
          </a:p>
          <a:p>
            <a:r>
              <a:rPr lang="en-US" sz="1600" dirty="0">
                <a:latin typeface="Consolas" panose="020B0609020204030204" pitchFamily="49" charset="0"/>
              </a:rPr>
              <a:t>    address 10.1.10.245/24</a:t>
            </a:r>
          </a:p>
          <a:p>
            <a:r>
              <a:rPr lang="en-US" sz="1600" dirty="0">
                <a:latin typeface="Consolas" panose="020B0609020204030204" pitchFamily="49" charset="0"/>
              </a:rPr>
              <a:t>    </a:t>
            </a:r>
            <a:r>
              <a:rPr lang="en-US" sz="1600" b="1" dirty="0">
                <a:latin typeface="Consolas" panose="020B0609020204030204" pitchFamily="49" charset="0"/>
              </a:rPr>
              <a:t>allow-service {</a:t>
            </a:r>
          </a:p>
          <a:p>
            <a:r>
              <a:rPr lang="en-US" sz="1600" b="1" dirty="0">
                <a:latin typeface="Consolas" panose="020B0609020204030204" pitchFamily="49" charset="0"/>
              </a:rPr>
              <a:t>        </a:t>
            </a:r>
            <a:r>
              <a:rPr lang="en-US" sz="1600" b="1" dirty="0" err="1">
                <a:latin typeface="Consolas" panose="020B0609020204030204" pitchFamily="49" charset="0"/>
              </a:rPr>
              <a:t>tcp:ssh</a:t>
            </a:r>
            <a:endParaRPr lang="en-US" sz="1600" b="1" dirty="0">
              <a:latin typeface="Consolas" panose="020B0609020204030204" pitchFamily="49" charset="0"/>
            </a:endParaRPr>
          </a:p>
          <a:p>
            <a:r>
              <a:rPr lang="en-US" sz="1600" b="1" dirty="0">
                <a:latin typeface="Consolas" panose="020B0609020204030204" pitchFamily="49" charset="0"/>
              </a:rPr>
              <a:t>        </a:t>
            </a:r>
            <a:r>
              <a:rPr lang="en-US" sz="1600" b="1" dirty="0" err="1">
                <a:latin typeface="Consolas" panose="020B0609020204030204" pitchFamily="49" charset="0"/>
              </a:rPr>
              <a:t>tcp:https</a:t>
            </a:r>
            <a:endParaRPr lang="en-US" sz="1600" b="1" dirty="0">
              <a:latin typeface="Consolas" panose="020B0609020204030204" pitchFamily="49" charset="0"/>
            </a:endParaRPr>
          </a:p>
          <a:p>
            <a:r>
              <a:rPr lang="en-US" sz="1600" b="1" dirty="0">
                <a:latin typeface="Consolas" panose="020B0609020204030204" pitchFamily="49" charset="0"/>
              </a:rPr>
              <a:t>    }</a:t>
            </a:r>
          </a:p>
        </p:txBody>
      </p:sp>
      <p:pic>
        <p:nvPicPr>
          <p:cNvPr id="13" name="Picture 12">
            <a:extLst>
              <a:ext uri="{FF2B5EF4-FFF2-40B4-BE49-F238E27FC236}">
                <a16:creationId xmlns:a16="http://schemas.microsoft.com/office/drawing/2014/main" id="{F7E65946-BC5B-4904-A313-C9199C639592}"/>
              </a:ext>
            </a:extLst>
          </p:cNvPr>
          <p:cNvPicPr>
            <a:picLocks noChangeAspect="1"/>
          </p:cNvPicPr>
          <p:nvPr/>
        </p:nvPicPr>
        <p:blipFill>
          <a:blip r:embed="rId2"/>
          <a:stretch>
            <a:fillRect/>
          </a:stretch>
        </p:blipFill>
        <p:spPr>
          <a:xfrm>
            <a:off x="4838408" y="2352277"/>
            <a:ext cx="3966620" cy="4282146"/>
          </a:xfrm>
          <a:prstGeom prst="rect">
            <a:avLst/>
          </a:prstGeom>
        </p:spPr>
      </p:pic>
    </p:spTree>
    <p:extLst>
      <p:ext uri="{BB962C8B-B14F-4D97-AF65-F5344CB8AC3E}">
        <p14:creationId xmlns:p14="http://schemas.microsoft.com/office/powerpoint/2010/main" val="334760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5FC4C-7D8F-4614-AED9-444CD51F8F91}"/>
              </a:ext>
            </a:extLst>
          </p:cNvPr>
          <p:cNvSpPr>
            <a:spLocks noGrp="1"/>
          </p:cNvSpPr>
          <p:nvPr>
            <p:ph idx="1"/>
          </p:nvPr>
        </p:nvSpPr>
        <p:spPr>
          <a:xfrm>
            <a:off x="4919731" y="1722327"/>
            <a:ext cx="6272010" cy="4748730"/>
          </a:xfrm>
        </p:spPr>
        <p:txBody>
          <a:bodyPr>
            <a:normAutofit/>
          </a:bodyPr>
          <a:lstStyle/>
          <a:p>
            <a:r>
              <a:rPr lang="en-US" sz="1600" dirty="0"/>
              <a:t>To add to the allow list:</a:t>
            </a:r>
          </a:p>
          <a:p>
            <a:pPr lvl="1"/>
            <a:r>
              <a:rPr lang="en-US" sz="1600" dirty="0"/>
              <a:t>modify /sys </a:t>
            </a:r>
            <a:r>
              <a:rPr lang="en-US" sz="1600" dirty="0" err="1"/>
              <a:t>sshd</a:t>
            </a:r>
            <a:r>
              <a:rPr lang="en-US" sz="1600" dirty="0"/>
              <a:t> allow add { &lt;IP address or IP address range&gt; }</a:t>
            </a:r>
          </a:p>
          <a:p>
            <a:pPr lvl="2"/>
            <a:r>
              <a:rPr lang="en-US" sz="1200" dirty="0"/>
              <a:t>Range uses space </a:t>
            </a:r>
            <a:r>
              <a:rPr lang="en-US" sz="1200" dirty="0" err="1"/>
              <a:t>ie</a:t>
            </a:r>
            <a:r>
              <a:rPr lang="en-US" sz="1200" dirty="0"/>
              <a:t>. {10.1.1.1 10.1.1.10}</a:t>
            </a:r>
          </a:p>
          <a:p>
            <a:r>
              <a:rPr lang="en-US" sz="1600" dirty="0"/>
              <a:t>To replace the list</a:t>
            </a:r>
          </a:p>
          <a:p>
            <a:pPr lvl="1"/>
            <a:r>
              <a:rPr lang="en-US" sz="1600" dirty="0"/>
              <a:t>modify /sys </a:t>
            </a:r>
            <a:r>
              <a:rPr lang="en-US" sz="1600" dirty="0" err="1"/>
              <a:t>sshd</a:t>
            </a:r>
            <a:r>
              <a:rPr lang="en-US" sz="1600" dirty="0"/>
              <a:t> replace-all-with {&lt;IP address or IP address range&gt;}</a:t>
            </a:r>
          </a:p>
          <a:p>
            <a:r>
              <a:rPr lang="en-US" sz="1600" dirty="0"/>
              <a:t>Default is: </a:t>
            </a:r>
          </a:p>
          <a:p>
            <a:pPr>
              <a:buNone/>
            </a:pPr>
            <a:endParaRPr lang="en-US" sz="1600" dirty="0"/>
          </a:p>
          <a:p>
            <a:r>
              <a:rPr lang="en-US" sz="1600" dirty="0"/>
              <a:t>Save the change by entering the following command:</a:t>
            </a:r>
          </a:p>
          <a:p>
            <a:pPr lvl="1"/>
            <a:r>
              <a:rPr lang="en-US" sz="1600" dirty="0"/>
              <a:t>save /sys config</a:t>
            </a:r>
          </a:p>
        </p:txBody>
      </p:sp>
      <p:sp>
        <p:nvSpPr>
          <p:cNvPr id="3" name="Text Placeholder 2">
            <a:extLst>
              <a:ext uri="{FF2B5EF4-FFF2-40B4-BE49-F238E27FC236}">
                <a16:creationId xmlns:a16="http://schemas.microsoft.com/office/drawing/2014/main" id="{777115BC-1769-4220-A305-1DE7BDBBB58D}"/>
              </a:ext>
            </a:extLst>
          </p:cNvPr>
          <p:cNvSpPr>
            <a:spLocks noGrp="1"/>
          </p:cNvSpPr>
          <p:nvPr>
            <p:ph type="body" idx="13"/>
          </p:nvPr>
        </p:nvSpPr>
        <p:spPr/>
        <p:txBody>
          <a:bodyPr/>
          <a:lstStyle/>
          <a:p>
            <a:r>
              <a:rPr lang="en-US" dirty="0">
                <a:hlinkClick r:id="rId3"/>
              </a:rPr>
              <a:t>K13309: Restricting access to the Configuration utility by source IP address (11.x - 16.x)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3.03 Identify SSH access list to management-IP address</a:t>
            </a:r>
          </a:p>
        </p:txBody>
      </p:sp>
      <p:pic>
        <p:nvPicPr>
          <p:cNvPr id="7" name="Picture 6">
            <a:extLst>
              <a:ext uri="{FF2B5EF4-FFF2-40B4-BE49-F238E27FC236}">
                <a16:creationId xmlns:a16="http://schemas.microsoft.com/office/drawing/2014/main" id="{A512B5E0-B959-425A-9C8F-19791FBA625E}"/>
              </a:ext>
            </a:extLst>
          </p:cNvPr>
          <p:cNvPicPr>
            <a:picLocks noChangeAspect="1"/>
          </p:cNvPicPr>
          <p:nvPr/>
        </p:nvPicPr>
        <p:blipFill>
          <a:blip r:embed="rId4"/>
          <a:stretch>
            <a:fillRect/>
          </a:stretch>
        </p:blipFill>
        <p:spPr>
          <a:xfrm>
            <a:off x="212501" y="1662018"/>
            <a:ext cx="4604198" cy="4738782"/>
          </a:xfrm>
          <a:prstGeom prst="rect">
            <a:avLst/>
          </a:prstGeom>
        </p:spPr>
      </p:pic>
      <p:sp>
        <p:nvSpPr>
          <p:cNvPr id="9" name="TextBox 8">
            <a:extLst>
              <a:ext uri="{FF2B5EF4-FFF2-40B4-BE49-F238E27FC236}">
                <a16:creationId xmlns:a16="http://schemas.microsoft.com/office/drawing/2014/main" id="{00FE6C0F-E236-41A1-9770-85E1161B7E57}"/>
              </a:ext>
            </a:extLst>
          </p:cNvPr>
          <p:cNvSpPr txBox="1"/>
          <p:nvPr/>
        </p:nvSpPr>
        <p:spPr>
          <a:xfrm>
            <a:off x="5939281" y="4031409"/>
            <a:ext cx="3356924" cy="1077218"/>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list sys </a:t>
            </a:r>
            <a:r>
              <a:rPr lang="en-US" sz="1600" dirty="0" err="1">
                <a:latin typeface="Consolas" panose="020B0609020204030204" pitchFamily="49" charset="0"/>
              </a:rPr>
              <a:t>sshd</a:t>
            </a:r>
            <a:r>
              <a:rPr lang="en-US" sz="1600" dirty="0">
                <a:latin typeface="Consolas" panose="020B0609020204030204" pitchFamily="49" charset="0"/>
              </a:rPr>
              <a:t> allow</a:t>
            </a:r>
          </a:p>
          <a:p>
            <a:r>
              <a:rPr lang="en-US" sz="1600" dirty="0">
                <a:latin typeface="Consolas" panose="020B0609020204030204" pitchFamily="49" charset="0"/>
              </a:rPr>
              <a:t>sys </a:t>
            </a:r>
            <a:r>
              <a:rPr lang="en-US" sz="1600" dirty="0" err="1">
                <a:latin typeface="Consolas" panose="020B0609020204030204" pitchFamily="49" charset="0"/>
              </a:rPr>
              <a:t>sshd</a:t>
            </a:r>
            <a:r>
              <a:rPr lang="en-US" sz="1600" dirty="0">
                <a:latin typeface="Consolas" panose="020B0609020204030204" pitchFamily="49" charset="0"/>
              </a:rPr>
              <a:t> {</a:t>
            </a:r>
          </a:p>
          <a:p>
            <a:r>
              <a:rPr lang="en-US" sz="1600" dirty="0">
                <a:latin typeface="Consolas" panose="020B0609020204030204" pitchFamily="49" charset="0"/>
              </a:rPr>
              <a:t>    </a:t>
            </a:r>
            <a:r>
              <a:rPr lang="en-US" sz="1600" b="1" dirty="0">
                <a:latin typeface="Consolas" panose="020B0609020204030204" pitchFamily="49" charset="0"/>
              </a:rPr>
              <a:t>allow { All }</a:t>
            </a:r>
          </a:p>
          <a:p>
            <a:r>
              <a:rPr lang="en-US" sz="1600" dirty="0">
                <a:latin typeface="Consolas" panose="020B0609020204030204" pitchFamily="49" charset="0"/>
              </a:rPr>
              <a:t>}</a:t>
            </a:r>
          </a:p>
        </p:txBody>
      </p:sp>
    </p:spTree>
    <p:extLst>
      <p:ext uri="{BB962C8B-B14F-4D97-AF65-F5344CB8AC3E}">
        <p14:creationId xmlns:p14="http://schemas.microsoft.com/office/powerpoint/2010/main" val="423023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5FC4C-7D8F-4614-AED9-444CD51F8F91}"/>
              </a:ext>
            </a:extLst>
          </p:cNvPr>
          <p:cNvSpPr>
            <a:spLocks noGrp="1"/>
          </p:cNvSpPr>
          <p:nvPr>
            <p:ph idx="1"/>
          </p:nvPr>
        </p:nvSpPr>
        <p:spPr>
          <a:xfrm>
            <a:off x="296215" y="1675329"/>
            <a:ext cx="11435536" cy="4748730"/>
          </a:xfrm>
        </p:spPr>
        <p:txBody>
          <a:bodyPr>
            <a:normAutofit/>
          </a:bodyPr>
          <a:lstStyle/>
          <a:p>
            <a:r>
              <a:rPr lang="en-US" sz="1600" dirty="0"/>
              <a:t>To add to the allow list:</a:t>
            </a:r>
          </a:p>
          <a:p>
            <a:pPr lvl="1"/>
            <a:r>
              <a:rPr lang="en-US" sz="1600" dirty="0"/>
              <a:t>modify /sys httpd allow add { &lt;IP address or IP address range&gt; }</a:t>
            </a:r>
          </a:p>
          <a:p>
            <a:r>
              <a:rPr lang="en-US" sz="1600" dirty="0"/>
              <a:t>To replace the list</a:t>
            </a:r>
          </a:p>
          <a:p>
            <a:pPr lvl="1"/>
            <a:r>
              <a:rPr lang="en-US" sz="1600" dirty="0"/>
              <a:t>modify /sys httpd replace-all-with {&lt;IP address or IP address range&gt;}</a:t>
            </a:r>
          </a:p>
          <a:p>
            <a:r>
              <a:rPr lang="en-US" sz="1600" dirty="0"/>
              <a:t>Default is: </a:t>
            </a:r>
          </a:p>
          <a:p>
            <a:endParaRPr lang="en-US" sz="1600" dirty="0"/>
          </a:p>
          <a:p>
            <a:endParaRPr lang="en-US" sz="1600" dirty="0"/>
          </a:p>
          <a:p>
            <a:r>
              <a:rPr lang="en-US" sz="1600" dirty="0"/>
              <a:t>Save the change by entering the following command:</a:t>
            </a:r>
          </a:p>
          <a:p>
            <a:pPr lvl="1"/>
            <a:r>
              <a:rPr lang="en-US" sz="1600" dirty="0"/>
              <a:t>save /sys config</a:t>
            </a:r>
          </a:p>
          <a:p>
            <a:endParaRPr lang="en-US" dirty="0"/>
          </a:p>
        </p:txBody>
      </p:sp>
      <p:sp>
        <p:nvSpPr>
          <p:cNvPr id="3" name="Text Placeholder 2">
            <a:extLst>
              <a:ext uri="{FF2B5EF4-FFF2-40B4-BE49-F238E27FC236}">
                <a16:creationId xmlns:a16="http://schemas.microsoft.com/office/drawing/2014/main" id="{777115BC-1769-4220-A305-1DE7BDBBB58D}"/>
              </a:ext>
            </a:extLst>
          </p:cNvPr>
          <p:cNvSpPr>
            <a:spLocks noGrp="1"/>
          </p:cNvSpPr>
          <p:nvPr>
            <p:ph type="body" idx="13"/>
          </p:nvPr>
        </p:nvSpPr>
        <p:spPr/>
        <p:txBody>
          <a:bodyPr/>
          <a:lstStyle/>
          <a:p>
            <a:r>
              <a:rPr lang="en-US" dirty="0">
                <a:hlinkClick r:id="rId2"/>
              </a:rPr>
              <a:t>K13309: Restricting access to the Configuration utility by source IP address (11.x - 16.x)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3.03 Identify HTTP access list to management-IP address</a:t>
            </a:r>
          </a:p>
        </p:txBody>
      </p:sp>
      <p:sp>
        <p:nvSpPr>
          <p:cNvPr id="9" name="TextBox 8">
            <a:extLst>
              <a:ext uri="{FF2B5EF4-FFF2-40B4-BE49-F238E27FC236}">
                <a16:creationId xmlns:a16="http://schemas.microsoft.com/office/drawing/2014/main" id="{00FE6C0F-E236-41A1-9770-85E1161B7E57}"/>
              </a:ext>
            </a:extLst>
          </p:cNvPr>
          <p:cNvSpPr txBox="1"/>
          <p:nvPr/>
        </p:nvSpPr>
        <p:spPr>
          <a:xfrm>
            <a:off x="1165108" y="4049694"/>
            <a:ext cx="3046927" cy="1323439"/>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list sys httpd allow</a:t>
            </a:r>
          </a:p>
          <a:p>
            <a:r>
              <a:rPr lang="en-US" sz="1600" dirty="0">
                <a:latin typeface="Consolas" panose="020B0609020204030204" pitchFamily="49" charset="0"/>
              </a:rPr>
              <a:t>sys httpd {</a:t>
            </a:r>
          </a:p>
          <a:p>
            <a:r>
              <a:rPr lang="en-US" sz="1600" dirty="0">
                <a:latin typeface="Consolas" panose="020B0609020204030204" pitchFamily="49" charset="0"/>
              </a:rPr>
              <a:t>    </a:t>
            </a:r>
            <a:r>
              <a:rPr lang="en-US" sz="1600" b="1" dirty="0">
                <a:latin typeface="Consolas" panose="020B0609020204030204" pitchFamily="49" charset="0"/>
              </a:rPr>
              <a:t>allow { All }</a:t>
            </a:r>
          </a:p>
          <a:p>
            <a:r>
              <a:rPr lang="en-US" sz="1600" dirty="0">
                <a:latin typeface="Consolas" panose="020B0609020204030204" pitchFamily="49" charset="0"/>
              </a:rPr>
              <a:t>}</a:t>
            </a:r>
          </a:p>
        </p:txBody>
      </p:sp>
    </p:spTree>
    <p:extLst>
      <p:ext uri="{BB962C8B-B14F-4D97-AF65-F5344CB8AC3E}">
        <p14:creationId xmlns:p14="http://schemas.microsoft.com/office/powerpoint/2010/main" val="2964788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57590FE-77D1-4AD0-857A-96D90AC1D4D7}"/>
              </a:ext>
            </a:extLst>
          </p:cNvPr>
          <p:cNvPicPr>
            <a:picLocks noGrp="1" noChangeAspect="1"/>
          </p:cNvPicPr>
          <p:nvPr>
            <p:ph idx="1"/>
          </p:nvPr>
        </p:nvPicPr>
        <p:blipFill>
          <a:blip r:embed="rId2"/>
          <a:stretch>
            <a:fillRect/>
          </a:stretch>
        </p:blipFill>
        <p:spPr>
          <a:xfrm>
            <a:off x="5640177" y="2117989"/>
            <a:ext cx="6485182" cy="4282811"/>
          </a:xfrm>
          <a:prstGeom prst="rect">
            <a:avLst/>
          </a:prstGeom>
        </p:spPr>
      </p:pic>
      <p:sp>
        <p:nvSpPr>
          <p:cNvPr id="10" name="Text Placeholder 9">
            <a:extLst>
              <a:ext uri="{FF2B5EF4-FFF2-40B4-BE49-F238E27FC236}">
                <a16:creationId xmlns:a16="http://schemas.microsoft.com/office/drawing/2014/main" id="{CF983BE0-824A-4170-9895-CA1666851A76}"/>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76740E1D-2AA1-4A35-803D-2B4FF854B95C}"/>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0A7F22A-97C9-4632-B76B-51B9FC7699EC}"/>
              </a:ext>
            </a:extLst>
          </p:cNvPr>
          <p:cNvSpPr>
            <a:spLocks noGrp="1"/>
          </p:cNvSpPr>
          <p:nvPr>
            <p:ph type="title"/>
          </p:nvPr>
        </p:nvSpPr>
        <p:spPr/>
        <p:txBody>
          <a:bodyPr/>
          <a:lstStyle/>
          <a:p>
            <a:r>
              <a:rPr lang="en-US" dirty="0"/>
              <a:t>Restricting Access to Management Ports on Self IPs</a:t>
            </a:r>
          </a:p>
        </p:txBody>
      </p:sp>
      <p:pic>
        <p:nvPicPr>
          <p:cNvPr id="6" name="Picture 2">
            <a:extLst>
              <a:ext uri="{FF2B5EF4-FFF2-40B4-BE49-F238E27FC236}">
                <a16:creationId xmlns:a16="http://schemas.microsoft.com/office/drawing/2014/main" id="{71F8A798-D345-40B5-98D9-BBF2F841E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3027092"/>
            <a:ext cx="5465753" cy="34557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0E72511-64DB-420A-AABE-FF2070B34A58}"/>
              </a:ext>
            </a:extLst>
          </p:cNvPr>
          <p:cNvSpPr txBox="1"/>
          <p:nvPr/>
        </p:nvSpPr>
        <p:spPr>
          <a:xfrm>
            <a:off x="5767098" y="1451778"/>
            <a:ext cx="8098971" cy="621709"/>
          </a:xfrm>
          <a:prstGeom prst="rect">
            <a:avLst/>
          </a:prstGeom>
          <a:noFill/>
        </p:spPr>
        <p:txBody>
          <a:bodyPr wrap="square" lIns="155448" tIns="155448" rIns="155448" bIns="155448" rtlCol="0">
            <a:spAutoFit/>
          </a:bodyPr>
          <a:lstStyle/>
          <a:p>
            <a:r>
              <a:rPr lang="en-US" sz="2000" dirty="0">
                <a:gradFill>
                  <a:gsLst>
                    <a:gs pos="0">
                      <a:schemeClr val="tx1"/>
                    </a:gs>
                    <a:gs pos="100000">
                      <a:schemeClr val="tx1"/>
                    </a:gs>
                  </a:gsLst>
                  <a:lin ang="5400000" scaled="1"/>
                </a:gradFill>
                <a:latin typeface="Arial" panose="020B0604020202020204" pitchFamily="34" charset="0"/>
                <a:cs typeface="Arial" panose="020B0604020202020204" pitchFamily="34" charset="0"/>
              </a:rPr>
              <a:t>(</a:t>
            </a:r>
            <a:r>
              <a:rPr lang="en-US" sz="2000" dirty="0" err="1">
                <a:gradFill>
                  <a:gsLst>
                    <a:gs pos="0">
                      <a:schemeClr val="tx1"/>
                    </a:gs>
                    <a:gs pos="100000">
                      <a:schemeClr val="tx1"/>
                    </a:gs>
                  </a:gsLst>
                  <a:lin ang="5400000" scaled="1"/>
                </a:gradFill>
                <a:latin typeface="Arial" panose="020B0604020202020204" pitchFamily="34" charset="0"/>
                <a:cs typeface="Arial" panose="020B0604020202020204" pitchFamily="34" charset="0"/>
              </a:rPr>
              <a:t>src</a:t>
            </a:r>
            <a:r>
              <a:rPr lang="en-US" sz="2000" dirty="0">
                <a:gradFill>
                  <a:gsLst>
                    <a:gs pos="0">
                      <a:schemeClr val="tx1"/>
                    </a:gs>
                    <a:gs pos="100000">
                      <a:schemeClr val="tx1"/>
                    </a:gs>
                  </a:gsLst>
                  <a:lin ang="5400000" scaled="1"/>
                </a:gradFill>
                <a:latin typeface="Arial" panose="020B0604020202020204" pitchFamily="34" charset="0"/>
                <a:cs typeface="Arial" panose="020B0604020202020204" pitchFamily="34" charset="0"/>
              </a:rPr>
              <a:t> host 192.168.13.139 or </a:t>
            </a:r>
            <a:r>
              <a:rPr lang="en-US" sz="2000" dirty="0" err="1">
                <a:gradFill>
                  <a:gsLst>
                    <a:gs pos="0">
                      <a:schemeClr val="tx1"/>
                    </a:gs>
                    <a:gs pos="100000">
                      <a:schemeClr val="tx1"/>
                    </a:gs>
                  </a:gsLst>
                  <a:lin ang="5400000" scaled="1"/>
                </a:gradFill>
                <a:latin typeface="Arial" panose="020B0604020202020204" pitchFamily="34" charset="0"/>
                <a:cs typeface="Arial" panose="020B0604020202020204" pitchFamily="34" charset="0"/>
              </a:rPr>
              <a:t>src</a:t>
            </a:r>
            <a:r>
              <a:rPr lang="en-US" sz="2000" dirty="0">
                <a:gradFill>
                  <a:gsLst>
                    <a:gs pos="0">
                      <a:schemeClr val="tx1"/>
                    </a:gs>
                    <a:gs pos="100000">
                      <a:schemeClr val="tx1"/>
                    </a:gs>
                  </a:gsLst>
                  <a:lin ang="5400000" scaled="1"/>
                </a:gradFill>
                <a:latin typeface="Arial" panose="020B0604020202020204" pitchFamily="34" charset="0"/>
                <a:cs typeface="Arial" panose="020B0604020202020204" pitchFamily="34" charset="0"/>
              </a:rPr>
              <a:t>  net 11.1.1.0/24)</a:t>
            </a:r>
          </a:p>
        </p:txBody>
      </p:sp>
    </p:spTree>
    <p:extLst>
      <p:ext uri="{BB962C8B-B14F-4D97-AF65-F5344CB8AC3E}">
        <p14:creationId xmlns:p14="http://schemas.microsoft.com/office/powerpoint/2010/main" val="114729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2" name="Title 1"/>
          <p:cNvSpPr>
            <a:spLocks noGrp="1"/>
          </p:cNvSpPr>
          <p:nvPr>
            <p:ph type="title"/>
          </p:nvPr>
        </p:nvSpPr>
        <p:spPr/>
        <p:txBody>
          <a:bodyPr/>
          <a:lstStyle/>
          <a:p>
            <a:r>
              <a:rPr lang="en-US" dirty="0"/>
              <a:t>Packet Filtering </a:t>
            </a:r>
          </a:p>
        </p:txBody>
      </p:sp>
      <p:sp>
        <p:nvSpPr>
          <p:cNvPr id="3" name="Content Placeholder 2"/>
          <p:cNvSpPr>
            <a:spLocks noGrp="1"/>
          </p:cNvSpPr>
          <p:nvPr>
            <p:ph type="body" idx="13"/>
          </p:nvPr>
        </p:nvSpPr>
        <p:spPr/>
        <p:txBody>
          <a:bodyPr/>
          <a:lstStyle/>
          <a:p>
            <a:r>
              <a:rPr lang="en-US" dirty="0"/>
              <a:t>Disabled be default, but once you enable</a:t>
            </a:r>
          </a:p>
        </p:txBody>
      </p:sp>
      <p:sp>
        <p:nvSpPr>
          <p:cNvPr id="5" name="Slide Number Placeholder 4"/>
          <p:cNvSpPr>
            <a:spLocks noGrp="1"/>
          </p:cNvSpPr>
          <p:nvPr>
            <p:ph type="sldNum" sz="quarter" idx="4294967295"/>
          </p:nvPr>
        </p:nvSpPr>
        <p:spPr>
          <a:xfrm>
            <a:off x="9175750" y="6478588"/>
            <a:ext cx="3016250" cy="365125"/>
          </a:xfrm>
          <a:prstGeom prst="rect">
            <a:avLst/>
          </a:prstGeom>
        </p:spPr>
        <p:txBody>
          <a:bodyPr/>
          <a:lstStyle/>
          <a:p>
            <a:fld id="{49DF86D6-4B9D-4B83-AF23-D696D3CD110A}" type="slidenum">
              <a:rPr lang="en-US" smtClean="0"/>
              <a:pPr/>
              <a:t>54</a:t>
            </a:fld>
            <a:endParaRPr lang="en-US"/>
          </a:p>
        </p:txBody>
      </p:sp>
      <p:pic>
        <p:nvPicPr>
          <p:cNvPr id="6" name="Picture 5"/>
          <p:cNvPicPr>
            <a:picLocks noChangeAspect="1"/>
          </p:cNvPicPr>
          <p:nvPr/>
        </p:nvPicPr>
        <p:blipFill>
          <a:blip r:embed="rId3"/>
          <a:stretch>
            <a:fillRect/>
          </a:stretch>
        </p:blipFill>
        <p:spPr>
          <a:xfrm>
            <a:off x="834649" y="1795762"/>
            <a:ext cx="4718075" cy="4497820"/>
          </a:xfrm>
          <a:prstGeom prst="rect">
            <a:avLst/>
          </a:prstGeom>
        </p:spPr>
      </p:pic>
      <p:pic>
        <p:nvPicPr>
          <p:cNvPr id="7" name="Picture 6"/>
          <p:cNvPicPr>
            <a:picLocks noChangeAspect="1"/>
          </p:cNvPicPr>
          <p:nvPr/>
        </p:nvPicPr>
        <p:blipFill>
          <a:blip r:embed="rId4"/>
          <a:stretch>
            <a:fillRect/>
          </a:stretch>
        </p:blipFill>
        <p:spPr>
          <a:xfrm>
            <a:off x="6082573" y="1314010"/>
            <a:ext cx="4589781" cy="4991979"/>
          </a:xfrm>
          <a:prstGeom prst="rect">
            <a:avLst/>
          </a:prstGeom>
        </p:spPr>
      </p:pic>
    </p:spTree>
    <p:extLst>
      <p:ext uri="{BB962C8B-B14F-4D97-AF65-F5344CB8AC3E}">
        <p14:creationId xmlns:p14="http://schemas.microsoft.com/office/powerpoint/2010/main" val="40853424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C2FF04-3561-4A91-9C16-CDE12DDEFBEA}"/>
              </a:ext>
            </a:extLst>
          </p:cNvPr>
          <p:cNvSpPr>
            <a:spLocks noGrp="1"/>
          </p:cNvSpPr>
          <p:nvPr>
            <p:ph idx="1"/>
          </p:nvPr>
        </p:nvSpPr>
        <p:spPr/>
        <p:txBody>
          <a:bodyPr/>
          <a:lstStyle/>
          <a:p>
            <a:r>
              <a:rPr lang="en-US" dirty="0"/>
              <a:t> If using OOB Management</a:t>
            </a:r>
          </a:p>
          <a:p>
            <a:pPr lvl="1"/>
            <a:r>
              <a:rPr lang="en-US" dirty="0"/>
              <a:t>Is the IP, netmask and default gateway configured correctly</a:t>
            </a:r>
          </a:p>
          <a:p>
            <a:pPr lvl="1"/>
            <a:r>
              <a:rPr lang="en-US" dirty="0"/>
              <a:t>Is the interface up</a:t>
            </a:r>
          </a:p>
          <a:p>
            <a:pPr lvl="2"/>
            <a:r>
              <a:rPr lang="en-US" dirty="0"/>
              <a:t>At the Linux prompt:  </a:t>
            </a:r>
            <a:r>
              <a:rPr lang="en-US" b="1" dirty="0"/>
              <a:t>ifconfig -a </a:t>
            </a:r>
            <a:r>
              <a:rPr lang="en-US" b="1" dirty="0" err="1"/>
              <a:t>mgmt</a:t>
            </a:r>
            <a:endParaRPr lang="en-US" dirty="0"/>
          </a:p>
          <a:p>
            <a:r>
              <a:rPr lang="en-US" dirty="0"/>
              <a:t>If using a Self IP</a:t>
            </a:r>
          </a:p>
          <a:p>
            <a:pPr lvl="1"/>
            <a:r>
              <a:rPr lang="en-US" dirty="0"/>
              <a:t>Is the IP and netmask configured correctly</a:t>
            </a:r>
          </a:p>
          <a:p>
            <a:pPr lvl="2"/>
            <a:r>
              <a:rPr lang="en-US" dirty="0"/>
              <a:t>Are they routable</a:t>
            </a:r>
          </a:p>
          <a:p>
            <a:pPr lvl="1"/>
            <a:r>
              <a:rPr lang="en-US" dirty="0"/>
              <a:t>Are the appropriate ports open, 22 for SSH and/or 443 for the GUI interface</a:t>
            </a:r>
          </a:p>
          <a:p>
            <a:pPr lvl="1"/>
            <a:r>
              <a:rPr lang="en-US" dirty="0"/>
              <a:t>Are the any packet filters blocking traffic</a:t>
            </a:r>
          </a:p>
          <a:p>
            <a:pPr lvl="2"/>
            <a:endParaRPr lang="en-US" dirty="0"/>
          </a:p>
        </p:txBody>
      </p:sp>
      <p:sp>
        <p:nvSpPr>
          <p:cNvPr id="3" name="Text Placeholder 2">
            <a:extLst>
              <a:ext uri="{FF2B5EF4-FFF2-40B4-BE49-F238E27FC236}">
                <a16:creationId xmlns:a16="http://schemas.microsoft.com/office/drawing/2014/main" id="{F2E9199F-7D9B-430E-8657-FF012FC90170}"/>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3.03 Explain management IP connectivity issue</a:t>
            </a:r>
          </a:p>
        </p:txBody>
      </p:sp>
    </p:spTree>
    <p:extLst>
      <p:ext uri="{BB962C8B-B14F-4D97-AF65-F5344CB8AC3E}">
        <p14:creationId xmlns:p14="http://schemas.microsoft.com/office/powerpoint/2010/main" val="31423904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565017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2.04</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to perform a software upgrade while maintaining application availability </a:t>
            </a:r>
          </a:p>
          <a:p>
            <a:pPr marL="342900" indent="-342900">
              <a:buFont typeface="Arial" panose="020B0604020202020204" pitchFamily="34" charset="0"/>
              <a:buChar char="•"/>
            </a:pPr>
            <a:r>
              <a:rPr lang="en-US" dirty="0"/>
              <a:t>Identify proper steps to avoid downtime while upgrading LTM software</a:t>
            </a:r>
          </a:p>
          <a:p>
            <a:pPr marL="342900" indent="-342900">
              <a:buFont typeface="Arial" panose="020B0604020202020204" pitchFamily="34" charset="0"/>
              <a:buChar char="•"/>
            </a:pPr>
            <a:r>
              <a:rPr lang="en-US" dirty="0"/>
              <a:t>Determine necessary steps for migrating LTM configuration to new hardware</a:t>
            </a:r>
          </a:p>
          <a:p>
            <a:pPr marL="342900" indent="-342900">
              <a:buFont typeface="Arial" panose="020B0604020202020204" pitchFamily="34" charset="0"/>
              <a:buChar char="•"/>
            </a:pPr>
            <a:r>
              <a:rPr lang="en-US" dirty="0"/>
              <a:t>Understand implications of stopping BIG-IP services</a:t>
            </a:r>
          </a:p>
          <a:p>
            <a:endParaRPr lang="en-US" sz="2800" dirty="0"/>
          </a:p>
        </p:txBody>
      </p:sp>
    </p:spTree>
    <p:extLst>
      <p:ext uri="{BB962C8B-B14F-4D97-AF65-F5344CB8AC3E}">
        <p14:creationId xmlns:p14="http://schemas.microsoft.com/office/powerpoint/2010/main" val="21821104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3D67A0A-20C6-40CC-A7B2-5394E610F22F}"/>
              </a:ext>
            </a:extLst>
          </p:cNvPr>
          <p:cNvSpPr>
            <a:spLocks noGrp="1"/>
          </p:cNvSpPr>
          <p:nvPr>
            <p:ph idx="1"/>
          </p:nvPr>
        </p:nvSpPr>
        <p:spPr>
          <a:xfrm>
            <a:off x="457199" y="1117599"/>
            <a:ext cx="11274551" cy="5306459"/>
          </a:xfrm>
        </p:spPr>
        <p:txBody>
          <a:bodyPr>
            <a:normAutofit/>
          </a:bodyPr>
          <a:lstStyle/>
          <a:p>
            <a:pPr>
              <a:lnSpc>
                <a:spcPct val="60000"/>
              </a:lnSpc>
            </a:pPr>
            <a:r>
              <a:rPr lang="en-US" dirty="0"/>
              <a:t>This video walks you through the steps to upgrade a BIG-IP HA pair:</a:t>
            </a:r>
          </a:p>
          <a:p>
            <a:pPr lvl="1">
              <a:lnSpc>
                <a:spcPct val="60000"/>
              </a:lnSpc>
            </a:pPr>
            <a:r>
              <a:rPr lang="en-US" dirty="0"/>
              <a:t>0:13 Part 1: Installing the point release on the first device  </a:t>
            </a:r>
          </a:p>
          <a:p>
            <a:pPr lvl="1">
              <a:lnSpc>
                <a:spcPct val="60000"/>
              </a:lnSpc>
            </a:pPr>
            <a:r>
              <a:rPr lang="en-US" dirty="0"/>
              <a:t>     0:40 Validating the configuration</a:t>
            </a:r>
          </a:p>
          <a:p>
            <a:pPr lvl="1">
              <a:lnSpc>
                <a:spcPct val="60000"/>
              </a:lnSpc>
            </a:pPr>
            <a:r>
              <a:rPr lang="en-US" dirty="0"/>
              <a:t>     1:53 Verifying the Service check date</a:t>
            </a:r>
          </a:p>
          <a:p>
            <a:pPr lvl="1">
              <a:lnSpc>
                <a:spcPct val="60000"/>
              </a:lnSpc>
            </a:pPr>
            <a:r>
              <a:rPr lang="en-US" dirty="0"/>
              <a:t>     3:23 Synchronizing the configuration</a:t>
            </a:r>
          </a:p>
          <a:p>
            <a:pPr lvl="1">
              <a:lnSpc>
                <a:spcPct val="60000"/>
              </a:lnSpc>
            </a:pPr>
            <a:r>
              <a:rPr lang="en-US" dirty="0"/>
              <a:t>     4:32 Creating and saving a UCS archive</a:t>
            </a:r>
          </a:p>
          <a:p>
            <a:pPr lvl="1">
              <a:lnSpc>
                <a:spcPct val="60000"/>
              </a:lnSpc>
            </a:pPr>
            <a:r>
              <a:rPr lang="en-US" dirty="0"/>
              <a:t>     5:52 Importing the ISO file</a:t>
            </a:r>
          </a:p>
          <a:p>
            <a:pPr lvl="1">
              <a:lnSpc>
                <a:spcPct val="60000"/>
              </a:lnSpc>
            </a:pPr>
            <a:r>
              <a:rPr lang="en-US" dirty="0"/>
              <a:t>     7:05 Verifying the MD5 checksum</a:t>
            </a:r>
          </a:p>
          <a:p>
            <a:pPr lvl="1">
              <a:lnSpc>
                <a:spcPct val="60000"/>
              </a:lnSpc>
            </a:pPr>
            <a:r>
              <a:rPr lang="en-US" dirty="0"/>
              <a:t>     7:45 Disabling the "Automatic with Incremental Sync" option</a:t>
            </a:r>
          </a:p>
          <a:p>
            <a:pPr lvl="1">
              <a:lnSpc>
                <a:spcPct val="60000"/>
              </a:lnSpc>
            </a:pPr>
            <a:r>
              <a:rPr lang="en-US" dirty="0"/>
              <a:t>     8:30 Installing and rebooting to the new version</a:t>
            </a:r>
          </a:p>
          <a:p>
            <a:pPr lvl="1">
              <a:lnSpc>
                <a:spcPct val="60000"/>
              </a:lnSpc>
            </a:pPr>
            <a:r>
              <a:rPr lang="en-US" dirty="0"/>
              <a:t>     14:16 Verifying the new point release version is active on the newly patched system</a:t>
            </a:r>
          </a:p>
          <a:p>
            <a:pPr lvl="1">
              <a:lnSpc>
                <a:spcPct val="60000"/>
              </a:lnSpc>
            </a:pPr>
            <a:r>
              <a:rPr lang="en-US" dirty="0"/>
              <a:t>     15:00 Forcing a failover</a:t>
            </a:r>
          </a:p>
          <a:p>
            <a:pPr lvl="1">
              <a:lnSpc>
                <a:spcPct val="60000"/>
              </a:lnSpc>
            </a:pPr>
            <a:r>
              <a:rPr lang="en-US" dirty="0"/>
              <a:t>16:20 Part 2: Installing the point release on the next device</a:t>
            </a:r>
          </a:p>
          <a:p>
            <a:pPr lvl="1">
              <a:lnSpc>
                <a:spcPct val="60000"/>
              </a:lnSpc>
            </a:pPr>
            <a:r>
              <a:rPr lang="en-US" dirty="0"/>
              <a:t>     16:25 Repeat these steps </a:t>
            </a:r>
          </a:p>
          <a:p>
            <a:pPr lvl="1">
              <a:lnSpc>
                <a:spcPct val="60000"/>
              </a:lnSpc>
            </a:pPr>
            <a:r>
              <a:rPr lang="en-US" dirty="0"/>
              <a:t>     16:49 Verifying the new point release version is active on the newly patched system</a:t>
            </a:r>
          </a:p>
          <a:p>
            <a:pPr lvl="1">
              <a:lnSpc>
                <a:spcPct val="60000"/>
              </a:lnSpc>
            </a:pPr>
            <a:r>
              <a:rPr lang="en-US" dirty="0"/>
              <a:t>     17:46 Forcing a failover</a:t>
            </a:r>
          </a:p>
          <a:p>
            <a:pPr lvl="1">
              <a:lnSpc>
                <a:spcPct val="60000"/>
              </a:lnSpc>
            </a:pPr>
            <a:r>
              <a:rPr lang="en-US" dirty="0"/>
              <a:t>19:25 Part 3: Performing the final </a:t>
            </a:r>
            <a:r>
              <a:rPr lang="en-US" dirty="0" err="1"/>
              <a:t>ConfigSync</a:t>
            </a:r>
            <a:endParaRPr lang="en-US" dirty="0"/>
          </a:p>
        </p:txBody>
      </p:sp>
      <p:sp>
        <p:nvSpPr>
          <p:cNvPr id="4" name="Footer Placeholder 3">
            <a:extLst>
              <a:ext uri="{FF2B5EF4-FFF2-40B4-BE49-F238E27FC236}">
                <a16:creationId xmlns:a16="http://schemas.microsoft.com/office/drawing/2014/main" id="{39652FC7-BBDC-4D4E-872C-D2AE134DD603}"/>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882CCC1D-B67F-4578-B122-B09E84139252}"/>
              </a:ext>
            </a:extLst>
          </p:cNvPr>
          <p:cNvSpPr>
            <a:spLocks noGrp="1"/>
          </p:cNvSpPr>
          <p:nvPr>
            <p:ph type="title"/>
          </p:nvPr>
        </p:nvSpPr>
        <p:spPr>
          <a:xfrm>
            <a:off x="457198" y="111206"/>
            <a:ext cx="11274552" cy="753995"/>
          </a:xfrm>
        </p:spPr>
        <p:txBody>
          <a:bodyPr/>
          <a:lstStyle/>
          <a:p>
            <a:r>
              <a:rPr lang="en-US" sz="3200" dirty="0">
                <a:hlinkClick r:id="rId3"/>
              </a:rPr>
              <a:t>YouTube:  Updating BIG-IP HA systems with a point release</a:t>
            </a:r>
            <a:endParaRPr lang="en-US" sz="3200" dirty="0"/>
          </a:p>
        </p:txBody>
      </p:sp>
    </p:spTree>
    <p:extLst>
      <p:ext uri="{BB962C8B-B14F-4D97-AF65-F5344CB8AC3E}">
        <p14:creationId xmlns:p14="http://schemas.microsoft.com/office/powerpoint/2010/main" val="1359383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hlinkClick r:id="rId3"/>
              </a:rPr>
              <a:t>https://downloads.f5.com</a:t>
            </a:r>
            <a:r>
              <a:rPr lang="en-US" dirty="0">
                <a:solidFill>
                  <a:srgbClr val="000000"/>
                </a:solidFill>
              </a:rPr>
              <a:t> </a:t>
            </a:r>
          </a:p>
        </p:txBody>
      </p:sp>
      <p:sp>
        <p:nvSpPr>
          <p:cNvPr id="5" name="Text Placeholder 4">
            <a:extLst>
              <a:ext uri="{FF2B5EF4-FFF2-40B4-BE49-F238E27FC236}">
                <a16:creationId xmlns:a16="http://schemas.microsoft.com/office/drawing/2014/main" id="{1CD6D8A5-9266-4886-932B-19C6FA2F5E00}"/>
              </a:ext>
            </a:extLst>
          </p:cNvPr>
          <p:cNvSpPr>
            <a:spLocks noGrp="1"/>
          </p:cNvSpPr>
          <p:nvPr>
            <p:ph type="body" idx="13"/>
          </p:nvPr>
        </p:nvSpPr>
        <p:spPr/>
        <p:txBody>
          <a:bodyPr/>
          <a:lstStyle/>
          <a:p>
            <a:r>
              <a:rPr lang="en-US" dirty="0"/>
              <a:t>Requires an f5 account</a:t>
            </a:r>
          </a:p>
        </p:txBody>
      </p:sp>
      <p:pic>
        <p:nvPicPr>
          <p:cNvPr id="3" name="Picture 2" descr="Screen Shot 2016-06-14 at 9.56.59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300" y="1567254"/>
            <a:ext cx="9716247" cy="4833546"/>
          </a:xfrm>
          <a:prstGeom prst="rect">
            <a:avLst/>
          </a:prstGeom>
        </p:spPr>
      </p:pic>
    </p:spTree>
    <p:extLst>
      <p:ext uri="{BB962C8B-B14F-4D97-AF65-F5344CB8AC3E}">
        <p14:creationId xmlns:p14="http://schemas.microsoft.com/office/powerpoint/2010/main" val="181143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0"/>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3.06 Show currently configured boot location</a:t>
            </a:r>
          </a:p>
        </p:txBody>
      </p:sp>
      <p:sp>
        <p:nvSpPr>
          <p:cNvPr id="6" name="TextBox 5">
            <a:extLst>
              <a:ext uri="{FF2B5EF4-FFF2-40B4-BE49-F238E27FC236}">
                <a16:creationId xmlns:a16="http://schemas.microsoft.com/office/drawing/2014/main" id="{2451F1E0-8CB1-4DBE-910E-05898E717EED}"/>
              </a:ext>
            </a:extLst>
          </p:cNvPr>
          <p:cNvSpPr txBox="1"/>
          <p:nvPr/>
        </p:nvSpPr>
        <p:spPr>
          <a:xfrm>
            <a:off x="355600" y="1326295"/>
            <a:ext cx="5829300" cy="3785652"/>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show sys software </a:t>
            </a:r>
          </a:p>
          <a:p>
            <a:r>
              <a:rPr lang="en-US" sz="1600" dirty="0">
                <a:latin typeface="Consolas" panose="020B0609020204030204" pitchFamily="49" charset="0"/>
              </a:rPr>
              <a:t>--------------------------------------------------</a:t>
            </a:r>
          </a:p>
          <a:p>
            <a:r>
              <a:rPr lang="en-US" sz="1600" dirty="0">
                <a:latin typeface="Consolas" panose="020B0609020204030204" pitchFamily="49" charset="0"/>
              </a:rPr>
              <a:t>Sys::Software Status</a:t>
            </a:r>
          </a:p>
          <a:p>
            <a:r>
              <a:rPr lang="en-US" sz="1600" dirty="0">
                <a:latin typeface="Consolas" panose="020B0609020204030204" pitchFamily="49" charset="0"/>
              </a:rPr>
              <a:t>Volume  Product   Version  Build  </a:t>
            </a:r>
            <a:r>
              <a:rPr lang="en-US" sz="1600" b="1" dirty="0">
                <a:latin typeface="Consolas" panose="020B0609020204030204" pitchFamily="49" charset="0"/>
              </a:rPr>
              <a:t>Active</a:t>
            </a:r>
            <a:r>
              <a:rPr lang="en-US" sz="1600" dirty="0">
                <a:latin typeface="Consolas" panose="020B0609020204030204" pitchFamily="49" charset="0"/>
              </a:rPr>
              <a:t>    Status</a:t>
            </a:r>
          </a:p>
          <a:p>
            <a:r>
              <a:rPr lang="en-US" sz="1600" dirty="0">
                <a:latin typeface="Consolas" panose="020B0609020204030204" pitchFamily="49" charset="0"/>
              </a:rPr>
              <a:t>--------------------------------------------------</a:t>
            </a:r>
          </a:p>
          <a:p>
            <a:r>
              <a:rPr lang="en-US" sz="1600" dirty="0">
                <a:latin typeface="Consolas" panose="020B0609020204030204" pitchFamily="49" charset="0"/>
              </a:rPr>
              <a:t>HD1.1    BIG-IP  13.1.3.4  0.0.5     </a:t>
            </a:r>
            <a:r>
              <a:rPr lang="en-US" sz="1600" b="1" dirty="0">
                <a:latin typeface="Consolas" panose="020B0609020204030204" pitchFamily="49" charset="0"/>
              </a:rPr>
              <a:t>yes</a:t>
            </a:r>
            <a:r>
              <a:rPr lang="en-US" sz="1600" dirty="0">
                <a:latin typeface="Consolas" panose="020B0609020204030204" pitchFamily="49" charset="0"/>
              </a:rPr>
              <a:t>  complete</a:t>
            </a:r>
          </a:p>
          <a:p>
            <a:endParaRPr lang="en-US" sz="1600" dirty="0">
              <a:latin typeface="Consolas" panose="020B0609020204030204" pitchFamily="49" charset="0"/>
            </a:endParaRPr>
          </a:p>
          <a:p>
            <a:r>
              <a:rPr lang="en-US" sz="1600" dirty="0">
                <a:latin typeface="Consolas" panose="020B0609020204030204" pitchFamily="49" charset="0"/>
              </a:rPr>
              <a:t>----------------------------</a:t>
            </a:r>
          </a:p>
          <a:p>
            <a:r>
              <a:rPr lang="en-US" sz="1600" dirty="0">
                <a:latin typeface="Consolas" panose="020B0609020204030204" pitchFamily="49" charset="0"/>
              </a:rPr>
              <a:t>Sys::Software Update Check</a:t>
            </a:r>
          </a:p>
          <a:p>
            <a:r>
              <a:rPr lang="en-US" sz="1600" dirty="0">
                <a:latin typeface="Consolas" panose="020B0609020204030204" pitchFamily="49" charset="0"/>
              </a:rPr>
              <a:t>----------------------------</a:t>
            </a:r>
          </a:p>
          <a:p>
            <a:r>
              <a:rPr lang="en-US" sz="1600" dirty="0">
                <a:latin typeface="Consolas" panose="020B0609020204030204" pitchFamily="49" charset="0"/>
              </a:rPr>
              <a:t>  Check Enabled         true</a:t>
            </a:r>
          </a:p>
          <a:p>
            <a:r>
              <a:rPr lang="en-US" sz="1600" dirty="0">
                <a:latin typeface="Consolas" panose="020B0609020204030204" pitchFamily="49" charset="0"/>
              </a:rPr>
              <a:t>  </a:t>
            </a:r>
            <a:r>
              <a:rPr lang="en-US" sz="1600" dirty="0" err="1">
                <a:latin typeface="Consolas" panose="020B0609020204030204" pitchFamily="49" charset="0"/>
              </a:rPr>
              <a:t>Phonehome</a:t>
            </a:r>
            <a:r>
              <a:rPr lang="en-US" sz="1600" dirty="0">
                <a:latin typeface="Consolas" panose="020B0609020204030204" pitchFamily="49" charset="0"/>
              </a:rPr>
              <a:t> Enabled     true</a:t>
            </a:r>
          </a:p>
          <a:p>
            <a:r>
              <a:rPr lang="en-US" sz="1600" dirty="0">
                <a:latin typeface="Consolas" panose="020B0609020204030204" pitchFamily="49" charset="0"/>
              </a:rPr>
              <a:t>  Frequency           weekly</a:t>
            </a:r>
          </a:p>
          <a:p>
            <a:r>
              <a:rPr lang="en-US" sz="1600" dirty="0">
                <a:latin typeface="Consolas" panose="020B0609020204030204" pitchFamily="49" charset="0"/>
              </a:rPr>
              <a:t>  Status             failure</a:t>
            </a:r>
          </a:p>
          <a:p>
            <a:r>
              <a:rPr lang="en-US" sz="1600" dirty="0">
                <a:latin typeface="Consolas" panose="020B0609020204030204" pitchFamily="49" charset="0"/>
              </a:rPr>
              <a:t>  Errors                   8</a:t>
            </a:r>
          </a:p>
        </p:txBody>
      </p:sp>
      <p:pic>
        <p:nvPicPr>
          <p:cNvPr id="7" name="Picture 6">
            <a:extLst>
              <a:ext uri="{FF2B5EF4-FFF2-40B4-BE49-F238E27FC236}">
                <a16:creationId xmlns:a16="http://schemas.microsoft.com/office/drawing/2014/main" id="{76B4D761-879E-490F-8794-CFF3E6C52D6E}"/>
              </a:ext>
            </a:extLst>
          </p:cNvPr>
          <p:cNvPicPr>
            <a:picLocks noChangeAspect="1"/>
          </p:cNvPicPr>
          <p:nvPr/>
        </p:nvPicPr>
        <p:blipFill>
          <a:blip r:embed="rId3"/>
          <a:stretch>
            <a:fillRect/>
          </a:stretch>
        </p:blipFill>
        <p:spPr>
          <a:xfrm>
            <a:off x="4133085" y="3219121"/>
            <a:ext cx="7454463" cy="1892826"/>
          </a:xfrm>
          <a:prstGeom prst="rect">
            <a:avLst/>
          </a:prstGeom>
        </p:spPr>
      </p:pic>
      <p:sp>
        <p:nvSpPr>
          <p:cNvPr id="8" name="Rectangle 7">
            <a:extLst>
              <a:ext uri="{FF2B5EF4-FFF2-40B4-BE49-F238E27FC236}">
                <a16:creationId xmlns:a16="http://schemas.microsoft.com/office/drawing/2014/main" id="{73865D1A-123F-435B-9CFE-2F028700B71A}"/>
              </a:ext>
            </a:extLst>
          </p:cNvPr>
          <p:cNvSpPr/>
          <p:nvPr/>
        </p:nvSpPr>
        <p:spPr>
          <a:xfrm>
            <a:off x="4114800" y="4432300"/>
            <a:ext cx="2070100" cy="33020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36014533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0"/>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3.06 Demonstrate creating new volume for software images</a:t>
            </a:r>
          </a:p>
        </p:txBody>
      </p:sp>
      <p:sp>
        <p:nvSpPr>
          <p:cNvPr id="6" name="TextBox 5">
            <a:extLst>
              <a:ext uri="{FF2B5EF4-FFF2-40B4-BE49-F238E27FC236}">
                <a16:creationId xmlns:a16="http://schemas.microsoft.com/office/drawing/2014/main" id="{D26B87D5-A58E-4B6A-88F1-9DF9B779AD3A}"/>
              </a:ext>
            </a:extLst>
          </p:cNvPr>
          <p:cNvSpPr txBox="1"/>
          <p:nvPr/>
        </p:nvSpPr>
        <p:spPr>
          <a:xfrm>
            <a:off x="368300" y="1453634"/>
            <a:ext cx="6096000" cy="369332"/>
          </a:xfrm>
          <a:prstGeom prst="rect">
            <a:avLst/>
          </a:prstGeom>
          <a:noFill/>
        </p:spPr>
        <p:txBody>
          <a:bodyPr wrap="square">
            <a:spAutoFit/>
          </a:bodyPr>
          <a:lstStyle/>
          <a:p>
            <a:r>
              <a:rPr lang="en-US" dirty="0"/>
              <a:t> install sys software image &lt;iso&gt; volume &lt;name&gt; </a:t>
            </a:r>
          </a:p>
        </p:txBody>
      </p:sp>
      <p:pic>
        <p:nvPicPr>
          <p:cNvPr id="7" name="Picture 6">
            <a:extLst>
              <a:ext uri="{FF2B5EF4-FFF2-40B4-BE49-F238E27FC236}">
                <a16:creationId xmlns:a16="http://schemas.microsoft.com/office/drawing/2014/main" id="{3F5745DC-D646-4A66-90DA-54E71534514E}"/>
              </a:ext>
            </a:extLst>
          </p:cNvPr>
          <p:cNvPicPr>
            <a:picLocks noChangeAspect="1"/>
          </p:cNvPicPr>
          <p:nvPr/>
        </p:nvPicPr>
        <p:blipFill>
          <a:blip r:embed="rId3"/>
          <a:stretch>
            <a:fillRect/>
          </a:stretch>
        </p:blipFill>
        <p:spPr>
          <a:xfrm>
            <a:off x="457200" y="2045840"/>
            <a:ext cx="9164194" cy="4182995"/>
          </a:xfrm>
          <a:prstGeom prst="rect">
            <a:avLst/>
          </a:prstGeom>
        </p:spPr>
      </p:pic>
      <p:sp>
        <p:nvSpPr>
          <p:cNvPr id="8" name="Rectangle 7">
            <a:extLst>
              <a:ext uri="{FF2B5EF4-FFF2-40B4-BE49-F238E27FC236}">
                <a16:creationId xmlns:a16="http://schemas.microsoft.com/office/drawing/2014/main" id="{DBD355D1-37B9-45FF-B4E8-CCD8B12CF95C}"/>
              </a:ext>
            </a:extLst>
          </p:cNvPr>
          <p:cNvSpPr/>
          <p:nvPr/>
        </p:nvSpPr>
        <p:spPr>
          <a:xfrm>
            <a:off x="457200" y="4305300"/>
            <a:ext cx="2235200" cy="27940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9" name="Rectangle 8">
            <a:extLst>
              <a:ext uri="{FF2B5EF4-FFF2-40B4-BE49-F238E27FC236}">
                <a16:creationId xmlns:a16="http://schemas.microsoft.com/office/drawing/2014/main" id="{9590109B-5FEF-4880-9C9B-E0EDB845FE50}"/>
              </a:ext>
            </a:extLst>
          </p:cNvPr>
          <p:cNvSpPr/>
          <p:nvPr/>
        </p:nvSpPr>
        <p:spPr>
          <a:xfrm>
            <a:off x="949443" y="4851425"/>
            <a:ext cx="625357" cy="27940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9738413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A3034D-240B-4E34-B329-3246252B1A58}"/>
              </a:ext>
            </a:extLst>
          </p:cNvPr>
          <p:cNvSpPr>
            <a:spLocks noGrp="1"/>
          </p:cNvSpPr>
          <p:nvPr>
            <p:ph idx="1"/>
          </p:nvPr>
        </p:nvSpPr>
        <p:spPr/>
        <p:txBody>
          <a:bodyPr>
            <a:normAutofit/>
          </a:bodyPr>
          <a:lstStyle/>
          <a:p>
            <a:r>
              <a:rPr lang="en-US" dirty="0"/>
              <a:t>A user configuration set (UCS) is a backup file that contains BIG-IP configuration data that can be used to fully restore a BIG-IP system in the event of a failure or Return Materials Authorization (RMA) replacement. </a:t>
            </a:r>
          </a:p>
          <a:p>
            <a:r>
              <a:rPr lang="en-US" dirty="0"/>
              <a:t>A UCS archive is a compressed file that contains all of the configuration files that are typically required to restore your current configuration to a new system</a:t>
            </a:r>
          </a:p>
          <a:p>
            <a:r>
              <a:rPr lang="en-US" dirty="0"/>
              <a:t>Contents of the UCS archive file</a:t>
            </a:r>
          </a:p>
          <a:p>
            <a:pPr lvl="1"/>
            <a:r>
              <a:rPr lang="en-US" dirty="0"/>
              <a:t>    All BIG-IP-specific configuration files</a:t>
            </a:r>
          </a:p>
          <a:p>
            <a:pPr lvl="1"/>
            <a:r>
              <a:rPr lang="en-US" dirty="0"/>
              <a:t>    BIG-IP product licenses</a:t>
            </a:r>
          </a:p>
          <a:p>
            <a:pPr lvl="1"/>
            <a:r>
              <a:rPr lang="en-US" dirty="0"/>
              <a:t>    User accounts and password information</a:t>
            </a:r>
          </a:p>
          <a:p>
            <a:pPr lvl="1"/>
            <a:r>
              <a:rPr lang="en-US" dirty="0"/>
              <a:t>    Domain Name System (DNS) zone files and the </a:t>
            </a:r>
            <a:r>
              <a:rPr lang="en-US" dirty="0" err="1"/>
              <a:t>ZoneRunner</a:t>
            </a:r>
            <a:r>
              <a:rPr lang="en-US" dirty="0"/>
              <a:t> configuration</a:t>
            </a:r>
          </a:p>
          <a:p>
            <a:pPr lvl="1"/>
            <a:r>
              <a:rPr lang="en-US" dirty="0"/>
              <a:t>    Secure Socket Layer (SSL) certificates and keys</a:t>
            </a:r>
          </a:p>
          <a:p>
            <a:pPr lvl="1"/>
            <a:r>
              <a:rPr lang="en-US" dirty="0"/>
              <a:t>    Startup </a:t>
            </a:r>
            <a:r>
              <a:rPr lang="en-US" dirty="0" err="1"/>
              <a:t>ZebOS</a:t>
            </a:r>
            <a:r>
              <a:rPr lang="en-US" dirty="0"/>
              <a:t> configuration</a:t>
            </a:r>
          </a:p>
          <a:p>
            <a:endParaRPr lang="en-US" dirty="0"/>
          </a:p>
        </p:txBody>
      </p:sp>
      <p:sp>
        <p:nvSpPr>
          <p:cNvPr id="3" name="Text Placeholder 2">
            <a:extLst>
              <a:ext uri="{FF2B5EF4-FFF2-40B4-BE49-F238E27FC236}">
                <a16:creationId xmlns:a16="http://schemas.microsoft.com/office/drawing/2014/main" id="{A86BC584-0BAF-4BD1-AA69-C1E1CCAED356}"/>
              </a:ext>
            </a:extLst>
          </p:cNvPr>
          <p:cNvSpPr>
            <a:spLocks noGrp="1"/>
          </p:cNvSpPr>
          <p:nvPr>
            <p:ph type="body" idx="13"/>
          </p:nvPr>
        </p:nvSpPr>
        <p:spPr>
          <a:xfrm>
            <a:off x="457200" y="1256758"/>
            <a:ext cx="11274552" cy="246221"/>
          </a:xfrm>
        </p:spPr>
        <p:txBody>
          <a:bodyPr/>
          <a:lstStyle/>
          <a:p>
            <a:r>
              <a:rPr lang="en-US" dirty="0">
                <a:hlinkClick r:id="rId2"/>
              </a:rPr>
              <a:t>K4423: Overview of UCS archives</a:t>
            </a:r>
            <a:endParaRPr lang="en-US" dirty="0"/>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3.05 Summarize the use case of a UCS backup</a:t>
            </a:r>
          </a:p>
        </p:txBody>
      </p:sp>
    </p:spTree>
    <p:extLst>
      <p:ext uri="{BB962C8B-B14F-4D97-AF65-F5344CB8AC3E}">
        <p14:creationId xmlns:p14="http://schemas.microsoft.com/office/powerpoint/2010/main" val="2244446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538FFA-1F03-408B-8DF9-B7A6BC24D0D4}"/>
              </a:ext>
            </a:extLst>
          </p:cNvPr>
          <p:cNvSpPr>
            <a:spLocks noGrp="1"/>
          </p:cNvSpPr>
          <p:nvPr>
            <p:ph idx="1"/>
          </p:nvPr>
        </p:nvSpPr>
        <p:spPr/>
        <p:txBody>
          <a:bodyPr/>
          <a:lstStyle/>
          <a:p>
            <a:r>
              <a:rPr lang="en-US" dirty="0"/>
              <a:t>You should create a UCS archive before operations that modify the configuration.   </a:t>
            </a:r>
          </a:p>
          <a:p>
            <a:pPr lvl="1"/>
            <a:r>
              <a:rPr lang="en-US" dirty="0"/>
              <a:t>You can keep archives locally and/or download/upload archives to/from external sources</a:t>
            </a:r>
          </a:p>
          <a:p>
            <a:pPr lvl="1"/>
            <a:r>
              <a:rPr lang="en-US" dirty="0"/>
              <a:t>By default UCS archives are stored in /var/local/</a:t>
            </a:r>
            <a:r>
              <a:rPr lang="en-US" dirty="0" err="1"/>
              <a:t>ucs</a:t>
            </a:r>
            <a:endParaRPr lang="en-US" dirty="0"/>
          </a:p>
          <a:p>
            <a:r>
              <a:rPr lang="en-US" dirty="0"/>
              <a:t>Aside from the obvious, restoring your BIG-IP due to a corrupted/misconfigured configuration, a UCS is used to:</a:t>
            </a:r>
          </a:p>
          <a:p>
            <a:pPr lvl="1"/>
            <a:r>
              <a:rPr lang="en-US" dirty="0"/>
              <a:t>Restore an RMA</a:t>
            </a:r>
          </a:p>
          <a:p>
            <a:pPr lvl="1"/>
            <a:r>
              <a:rPr lang="en-US" dirty="0">
                <a:hlinkClick r:id="rId2"/>
              </a:rPr>
              <a:t>Manual Chapter : Migration of Configurations Between Different Platforms</a:t>
            </a:r>
            <a:endParaRPr lang="en-US" dirty="0"/>
          </a:p>
          <a:p>
            <a:pPr lvl="1"/>
            <a:r>
              <a:rPr lang="en-US" dirty="0">
                <a:hlinkClick r:id="rId3"/>
              </a:rPr>
              <a:t>Manual Chapter : Migration of Devices Running the Same Software Version</a:t>
            </a:r>
            <a:endParaRPr lang="en-US" dirty="0"/>
          </a:p>
          <a:p>
            <a:pPr lvl="1"/>
            <a:r>
              <a:rPr lang="en-US" dirty="0">
                <a:hlinkClick r:id="rId4"/>
              </a:rPr>
              <a:t>Manual Chapter : Migration of Devices Running Different Version Software</a:t>
            </a:r>
            <a:endParaRPr lang="en-US" dirty="0"/>
          </a:p>
        </p:txBody>
      </p:sp>
      <p:sp>
        <p:nvSpPr>
          <p:cNvPr id="3" name="Text Placeholder 2">
            <a:extLst>
              <a:ext uri="{FF2B5EF4-FFF2-40B4-BE49-F238E27FC236}">
                <a16:creationId xmlns:a16="http://schemas.microsoft.com/office/drawing/2014/main" id="{48277678-E491-4033-824A-8A53E0470A02}"/>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3.05 Summarize the use case of a UCS backup</a:t>
            </a:r>
          </a:p>
        </p:txBody>
      </p:sp>
    </p:spTree>
    <p:extLst>
      <p:ext uri="{BB962C8B-B14F-4D97-AF65-F5344CB8AC3E}">
        <p14:creationId xmlns:p14="http://schemas.microsoft.com/office/powerpoint/2010/main" val="9910867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F7E999-E2B6-466B-9BCC-EF756D21090E}"/>
              </a:ext>
            </a:extLst>
          </p:cNvPr>
          <p:cNvSpPr>
            <a:spLocks noGrp="1"/>
          </p:cNvSpPr>
          <p:nvPr>
            <p:ph idx="1"/>
          </p:nvPr>
        </p:nvSpPr>
        <p:spPr/>
        <p:txBody>
          <a:bodyPr/>
          <a:lstStyle/>
          <a:p>
            <a:r>
              <a:rPr lang="en-US" dirty="0"/>
              <a:t>You can create, delete, restore, upload and download UCS archives from the GUI interface:</a:t>
            </a:r>
          </a:p>
        </p:txBody>
      </p:sp>
      <p:sp>
        <p:nvSpPr>
          <p:cNvPr id="3" name="Text Placeholder 2">
            <a:extLst>
              <a:ext uri="{FF2B5EF4-FFF2-40B4-BE49-F238E27FC236}">
                <a16:creationId xmlns:a16="http://schemas.microsoft.com/office/drawing/2014/main" id="{F4687D91-E566-447B-9351-BF75B38D2F32}"/>
              </a:ext>
            </a:extLst>
          </p:cNvPr>
          <p:cNvSpPr>
            <a:spLocks noGrp="1"/>
          </p:cNvSpPr>
          <p:nvPr>
            <p:ph type="body" idx="13"/>
          </p:nvPr>
        </p:nvSpPr>
        <p:spPr>
          <a:xfrm>
            <a:off x="457200" y="1256758"/>
            <a:ext cx="11274552" cy="492443"/>
          </a:xfrm>
        </p:spPr>
        <p:txBody>
          <a:bodyPr/>
          <a:lstStyle/>
          <a:p>
            <a:r>
              <a:rPr lang="en-US" dirty="0">
                <a:hlinkClick r:id="rId2"/>
              </a:rPr>
              <a:t>Manual Chapter : Archives</a:t>
            </a:r>
            <a:endParaRPr lang="en-US" dirty="0"/>
          </a:p>
          <a:p>
            <a:endParaRPr lang="en-US" dirty="0"/>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3.05 Execute UCS backup and restore procedure</a:t>
            </a:r>
          </a:p>
        </p:txBody>
      </p:sp>
      <p:pic>
        <p:nvPicPr>
          <p:cNvPr id="8" name="Picture 7">
            <a:extLst>
              <a:ext uri="{FF2B5EF4-FFF2-40B4-BE49-F238E27FC236}">
                <a16:creationId xmlns:a16="http://schemas.microsoft.com/office/drawing/2014/main" id="{D55ED6F2-EBBB-4779-9571-1750410E5E20}"/>
              </a:ext>
            </a:extLst>
          </p:cNvPr>
          <p:cNvPicPr>
            <a:picLocks noChangeAspect="1"/>
          </p:cNvPicPr>
          <p:nvPr/>
        </p:nvPicPr>
        <p:blipFill>
          <a:blip r:embed="rId3"/>
          <a:stretch>
            <a:fillRect/>
          </a:stretch>
        </p:blipFill>
        <p:spPr>
          <a:xfrm>
            <a:off x="457199" y="2395666"/>
            <a:ext cx="4828571" cy="2066667"/>
          </a:xfrm>
          <a:prstGeom prst="rect">
            <a:avLst/>
          </a:prstGeom>
        </p:spPr>
      </p:pic>
      <p:sp>
        <p:nvSpPr>
          <p:cNvPr id="9" name="Rectangle 8">
            <a:extLst>
              <a:ext uri="{FF2B5EF4-FFF2-40B4-BE49-F238E27FC236}">
                <a16:creationId xmlns:a16="http://schemas.microsoft.com/office/drawing/2014/main" id="{CF062672-D7C6-436B-8706-F6516448483B}"/>
              </a:ext>
            </a:extLst>
          </p:cNvPr>
          <p:cNvSpPr/>
          <p:nvPr/>
        </p:nvSpPr>
        <p:spPr>
          <a:xfrm>
            <a:off x="3975100" y="2895600"/>
            <a:ext cx="1310670" cy="38100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10" name="Rectangle 9">
            <a:extLst>
              <a:ext uri="{FF2B5EF4-FFF2-40B4-BE49-F238E27FC236}">
                <a16:creationId xmlns:a16="http://schemas.microsoft.com/office/drawing/2014/main" id="{B170CE11-BD60-4010-9097-4F942A8E5DAA}"/>
              </a:ext>
            </a:extLst>
          </p:cNvPr>
          <p:cNvSpPr/>
          <p:nvPr/>
        </p:nvSpPr>
        <p:spPr>
          <a:xfrm>
            <a:off x="457199" y="4241800"/>
            <a:ext cx="558801" cy="220533"/>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pic>
        <p:nvPicPr>
          <p:cNvPr id="12" name="Picture 11">
            <a:extLst>
              <a:ext uri="{FF2B5EF4-FFF2-40B4-BE49-F238E27FC236}">
                <a16:creationId xmlns:a16="http://schemas.microsoft.com/office/drawing/2014/main" id="{03F9BA9F-2559-42E0-BE24-5E97B0AB696C}"/>
              </a:ext>
            </a:extLst>
          </p:cNvPr>
          <p:cNvPicPr>
            <a:picLocks noChangeAspect="1"/>
          </p:cNvPicPr>
          <p:nvPr/>
        </p:nvPicPr>
        <p:blipFill>
          <a:blip r:embed="rId4"/>
          <a:stretch>
            <a:fillRect/>
          </a:stretch>
        </p:blipFill>
        <p:spPr>
          <a:xfrm>
            <a:off x="2178509" y="4496665"/>
            <a:ext cx="3662124" cy="2228324"/>
          </a:xfrm>
          <a:prstGeom prst="rect">
            <a:avLst/>
          </a:prstGeom>
        </p:spPr>
      </p:pic>
      <p:pic>
        <p:nvPicPr>
          <p:cNvPr id="14" name="Picture 13">
            <a:extLst>
              <a:ext uri="{FF2B5EF4-FFF2-40B4-BE49-F238E27FC236}">
                <a16:creationId xmlns:a16="http://schemas.microsoft.com/office/drawing/2014/main" id="{7B37E0C0-54F8-47C8-B832-D4E8E3DBF2CB}"/>
              </a:ext>
            </a:extLst>
          </p:cNvPr>
          <p:cNvPicPr>
            <a:picLocks noChangeAspect="1"/>
          </p:cNvPicPr>
          <p:nvPr/>
        </p:nvPicPr>
        <p:blipFill>
          <a:blip r:embed="rId5"/>
          <a:stretch>
            <a:fillRect/>
          </a:stretch>
        </p:blipFill>
        <p:spPr>
          <a:xfrm>
            <a:off x="5840633" y="2463399"/>
            <a:ext cx="3533333" cy="1904762"/>
          </a:xfrm>
          <a:prstGeom prst="rect">
            <a:avLst/>
          </a:prstGeom>
        </p:spPr>
      </p:pic>
      <p:pic>
        <p:nvPicPr>
          <p:cNvPr id="15362" name="Picture 2">
            <a:extLst>
              <a:ext uri="{FF2B5EF4-FFF2-40B4-BE49-F238E27FC236}">
                <a16:creationId xmlns:a16="http://schemas.microsoft.com/office/drawing/2014/main" id="{7CE8EA14-490C-46A6-8183-C7BF13929F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7887" y="4586630"/>
            <a:ext cx="2816225" cy="5556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F1E1559F-7032-4410-924F-62273AC87E39}"/>
              </a:ext>
            </a:extLst>
          </p:cNvPr>
          <p:cNvPicPr>
            <a:picLocks noChangeAspect="1"/>
          </p:cNvPicPr>
          <p:nvPr/>
        </p:nvPicPr>
        <p:blipFill>
          <a:blip r:embed="rId7"/>
          <a:stretch>
            <a:fillRect/>
          </a:stretch>
        </p:blipFill>
        <p:spPr>
          <a:xfrm>
            <a:off x="9526036" y="3073399"/>
            <a:ext cx="2205714" cy="722943"/>
          </a:xfrm>
          <a:prstGeom prst="rect">
            <a:avLst/>
          </a:prstGeom>
        </p:spPr>
      </p:pic>
      <p:sp>
        <p:nvSpPr>
          <p:cNvPr id="19" name="Rectangle 18">
            <a:extLst>
              <a:ext uri="{FF2B5EF4-FFF2-40B4-BE49-F238E27FC236}">
                <a16:creationId xmlns:a16="http://schemas.microsoft.com/office/drawing/2014/main" id="{EC43A06D-EAF2-4D9E-95EA-C4839A609FE4}"/>
              </a:ext>
            </a:extLst>
          </p:cNvPr>
          <p:cNvSpPr/>
          <p:nvPr/>
        </p:nvSpPr>
        <p:spPr>
          <a:xfrm>
            <a:off x="3848100" y="6134099"/>
            <a:ext cx="1879600" cy="28995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0" name="Rectangle 19">
            <a:extLst>
              <a:ext uri="{FF2B5EF4-FFF2-40B4-BE49-F238E27FC236}">
                <a16:creationId xmlns:a16="http://schemas.microsoft.com/office/drawing/2014/main" id="{DD6C6BE1-E4F9-4D01-B43C-244C3E01B95C}"/>
              </a:ext>
            </a:extLst>
          </p:cNvPr>
          <p:cNvSpPr/>
          <p:nvPr/>
        </p:nvSpPr>
        <p:spPr>
          <a:xfrm>
            <a:off x="2178509" y="6482860"/>
            <a:ext cx="551991" cy="27646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1" name="Arrow: Right 20">
            <a:extLst>
              <a:ext uri="{FF2B5EF4-FFF2-40B4-BE49-F238E27FC236}">
                <a16:creationId xmlns:a16="http://schemas.microsoft.com/office/drawing/2014/main" id="{3EC906A3-6E32-4FF2-9B53-5CA460707A74}"/>
              </a:ext>
            </a:extLst>
          </p:cNvPr>
          <p:cNvSpPr/>
          <p:nvPr/>
        </p:nvSpPr>
        <p:spPr>
          <a:xfrm>
            <a:off x="8636000" y="3276600"/>
            <a:ext cx="814001" cy="152400"/>
          </a:xfrm>
          <a:prstGeom prst="rightArrow">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22" name="Arrow: Down 21">
            <a:extLst>
              <a:ext uri="{FF2B5EF4-FFF2-40B4-BE49-F238E27FC236}">
                <a16:creationId xmlns:a16="http://schemas.microsoft.com/office/drawing/2014/main" id="{24B352C8-A018-49F2-BF05-3E5B0EF9C5BB}"/>
              </a:ext>
            </a:extLst>
          </p:cNvPr>
          <p:cNvSpPr/>
          <p:nvPr/>
        </p:nvSpPr>
        <p:spPr>
          <a:xfrm>
            <a:off x="7467600" y="3796342"/>
            <a:ext cx="190500" cy="700323"/>
          </a:xfrm>
          <a:prstGeom prst="downArrow">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17532927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AE3EDE-969D-4D04-A1B8-3C7B73352E31}"/>
              </a:ext>
            </a:extLst>
          </p:cNvPr>
          <p:cNvSpPr>
            <a:spLocks noGrp="1"/>
          </p:cNvSpPr>
          <p:nvPr>
            <p:ph idx="1"/>
          </p:nvPr>
        </p:nvSpPr>
        <p:spPr>
          <a:xfrm>
            <a:off x="457199" y="1794764"/>
            <a:ext cx="11274551" cy="4629295"/>
          </a:xfrm>
        </p:spPr>
        <p:txBody>
          <a:bodyPr>
            <a:normAutofit/>
          </a:bodyPr>
          <a:lstStyle/>
          <a:p>
            <a:r>
              <a:rPr lang="en-US" dirty="0"/>
              <a:t>You can also create, delete and restore UCS backups using TMSH, but TMSH has options the GUI doesn’t.</a:t>
            </a:r>
          </a:p>
          <a:p>
            <a:pPr lvl="1"/>
            <a:r>
              <a:rPr lang="en-US" dirty="0"/>
              <a:t>Backup the BIG-IP: save sys </a:t>
            </a:r>
            <a:r>
              <a:rPr lang="en-US" dirty="0" err="1"/>
              <a:t>ucs</a:t>
            </a:r>
            <a:r>
              <a:rPr lang="en-US" dirty="0"/>
              <a:t> &lt;</a:t>
            </a:r>
            <a:r>
              <a:rPr lang="en-US" dirty="0" err="1"/>
              <a:t>ucs</a:t>
            </a:r>
            <a:r>
              <a:rPr lang="en-US" dirty="0"/>
              <a:t> filename&gt;</a:t>
            </a:r>
          </a:p>
          <a:p>
            <a:pPr lvl="1"/>
            <a:r>
              <a:rPr lang="en-US" dirty="0"/>
              <a:t>Restore the BIG-IP: load sys </a:t>
            </a:r>
            <a:r>
              <a:rPr lang="en-US" dirty="0" err="1"/>
              <a:t>ucs</a:t>
            </a:r>
            <a:r>
              <a:rPr lang="en-US" dirty="0"/>
              <a:t> &lt;</a:t>
            </a:r>
            <a:r>
              <a:rPr lang="en-US" dirty="0" err="1"/>
              <a:t>ucs</a:t>
            </a:r>
            <a:r>
              <a:rPr lang="en-US" dirty="0"/>
              <a:t> filename&gt;</a:t>
            </a:r>
          </a:p>
          <a:p>
            <a:r>
              <a:rPr lang="en-US" dirty="0"/>
              <a:t>If you are restoring an RMA or migrating to a new platform you do NOT want to restore the license.</a:t>
            </a:r>
          </a:p>
          <a:p>
            <a:pPr lvl="1"/>
            <a:r>
              <a:rPr lang="en-US" dirty="0"/>
              <a:t>load sys </a:t>
            </a:r>
            <a:r>
              <a:rPr lang="en-US" dirty="0" err="1"/>
              <a:t>ucs</a:t>
            </a:r>
            <a:r>
              <a:rPr lang="en-US" dirty="0"/>
              <a:t> &lt;filename&gt; </a:t>
            </a:r>
            <a:r>
              <a:rPr lang="en-US" b="1" dirty="0"/>
              <a:t>no-license</a:t>
            </a:r>
            <a:r>
              <a:rPr lang="en-US" dirty="0"/>
              <a:t> </a:t>
            </a:r>
          </a:p>
          <a:p>
            <a:r>
              <a:rPr lang="en-US" dirty="0"/>
              <a:t>If you are migrating platforms you may not want to restore the base configurations as interfaces may be different.</a:t>
            </a:r>
          </a:p>
          <a:p>
            <a:pPr lvl="1"/>
            <a:r>
              <a:rPr lang="en-US" dirty="0"/>
              <a:t>On the system you are restoring you would build the base first, interfaces, VLANs, self IPs, </a:t>
            </a:r>
            <a:r>
              <a:rPr lang="en-US" dirty="0" err="1"/>
              <a:t>etc</a:t>
            </a:r>
            <a:endParaRPr lang="en-US" dirty="0"/>
          </a:p>
          <a:p>
            <a:pPr lvl="1"/>
            <a:r>
              <a:rPr lang="en-US" dirty="0"/>
              <a:t>load sys </a:t>
            </a:r>
            <a:r>
              <a:rPr lang="en-US" dirty="0" err="1"/>
              <a:t>ucs</a:t>
            </a:r>
            <a:r>
              <a:rPr lang="en-US" dirty="0"/>
              <a:t> </a:t>
            </a:r>
            <a:r>
              <a:rPr lang="en-US" b="1" dirty="0"/>
              <a:t>platform-migrate</a:t>
            </a:r>
            <a:r>
              <a:rPr lang="en-US" dirty="0"/>
              <a:t> &lt;filename&gt; no-license </a:t>
            </a:r>
          </a:p>
          <a:p>
            <a:pPr>
              <a:lnSpc>
                <a:spcPct val="20000"/>
              </a:lnSpc>
            </a:pPr>
            <a:r>
              <a:rPr lang="en-US" sz="1500" dirty="0"/>
              <a:t>Other TMSH options</a:t>
            </a:r>
          </a:p>
          <a:p>
            <a:pPr lvl="1">
              <a:lnSpc>
                <a:spcPct val="20000"/>
              </a:lnSpc>
            </a:pPr>
            <a:r>
              <a:rPr lang="en-US" sz="1500" dirty="0"/>
              <a:t>no-platform-check		Bypass platform check.</a:t>
            </a:r>
          </a:p>
          <a:p>
            <a:pPr lvl="1">
              <a:lnSpc>
                <a:spcPct val="20000"/>
              </a:lnSpc>
            </a:pPr>
            <a:r>
              <a:rPr lang="en-US" sz="1500" dirty="0"/>
              <a:t>passphrase		Passphrase for (un)encrypting UCS.</a:t>
            </a:r>
          </a:p>
          <a:p>
            <a:pPr lvl="1">
              <a:lnSpc>
                <a:spcPct val="20000"/>
              </a:lnSpc>
            </a:pPr>
            <a:r>
              <a:rPr lang="en-US" sz="1500" dirty="0"/>
              <a:t>reset-trust		Reset device and trust domain certificates and keys </a:t>
            </a:r>
            <a:r>
              <a:rPr lang="en-US" sz="1500" dirty="0" err="1"/>
              <a:t>whenloading</a:t>
            </a:r>
            <a:r>
              <a:rPr lang="en-US" sz="1500" dirty="0"/>
              <a:t> a UCS.</a:t>
            </a:r>
            <a:endParaRPr lang="en-US" dirty="0"/>
          </a:p>
          <a:p>
            <a:endParaRPr lang="en-US" dirty="0"/>
          </a:p>
        </p:txBody>
      </p:sp>
      <p:sp>
        <p:nvSpPr>
          <p:cNvPr id="3" name="Text Placeholder 2">
            <a:extLst>
              <a:ext uri="{FF2B5EF4-FFF2-40B4-BE49-F238E27FC236}">
                <a16:creationId xmlns:a16="http://schemas.microsoft.com/office/drawing/2014/main" id="{DEE6619C-BF90-430D-8099-EF3F32721301}"/>
              </a:ext>
            </a:extLst>
          </p:cNvPr>
          <p:cNvSpPr>
            <a:spLocks noGrp="1"/>
          </p:cNvSpPr>
          <p:nvPr>
            <p:ph type="body" idx="13"/>
          </p:nvPr>
        </p:nvSpPr>
        <p:spPr>
          <a:xfrm>
            <a:off x="457200" y="1256758"/>
            <a:ext cx="11274552" cy="492443"/>
          </a:xfrm>
        </p:spPr>
        <p:txBody>
          <a:bodyPr/>
          <a:lstStyle/>
          <a:p>
            <a:r>
              <a:rPr lang="en-US" dirty="0">
                <a:hlinkClick r:id="rId2"/>
              </a:rPr>
              <a:t>Manual Chapter : Archives</a:t>
            </a:r>
            <a:endParaRPr lang="en-US" dirty="0"/>
          </a:p>
          <a:p>
            <a:endParaRPr lang="en-US" dirty="0"/>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3.05 Execute UCS backup and restore procedure</a:t>
            </a:r>
          </a:p>
        </p:txBody>
      </p:sp>
    </p:spTree>
    <p:extLst>
      <p:ext uri="{BB962C8B-B14F-4D97-AF65-F5344CB8AC3E}">
        <p14:creationId xmlns:p14="http://schemas.microsoft.com/office/powerpoint/2010/main" val="3310030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23D9E5-F468-42A0-A70A-DA87A6DAFF77}"/>
              </a:ext>
            </a:extLst>
          </p:cNvPr>
          <p:cNvSpPr>
            <a:spLocks noGrp="1"/>
          </p:cNvSpPr>
          <p:nvPr>
            <p:ph idx="1"/>
          </p:nvPr>
        </p:nvSpPr>
        <p:spPr/>
        <p:txBody>
          <a:bodyPr>
            <a:normAutofit/>
          </a:bodyPr>
          <a:lstStyle/>
          <a:p>
            <a:r>
              <a:rPr lang="en-US" dirty="0"/>
              <a:t>Store passwords and passphrases securely</a:t>
            </a:r>
          </a:p>
          <a:p>
            <a:pPr lvl="1"/>
            <a:r>
              <a:rPr lang="en-US" dirty="0"/>
              <a:t>After you encrypt configuration object passwords or passphrases on any BIG-IP system, another system can only decrypt them (during a tmsh load config operation) by using the same master key </a:t>
            </a:r>
          </a:p>
          <a:p>
            <a:pPr lvl="1"/>
            <a:r>
              <a:rPr lang="en-US" dirty="0"/>
              <a:t>F5 recommends that you retain a record of each configuration object password or passphrase in a secure location on a system other than the BIG-IP system that uses the password or passphrase. </a:t>
            </a:r>
          </a:p>
          <a:p>
            <a:pPr lvl="2"/>
            <a:r>
              <a:rPr lang="en-US" dirty="0"/>
              <a:t>Doing so makes it possible for you to restore a UCS configuration archive when the original master key is not available.</a:t>
            </a:r>
          </a:p>
          <a:p>
            <a:r>
              <a:rPr lang="en-US" dirty="0"/>
              <a:t>Store UCS archives securely</a:t>
            </a:r>
          </a:p>
          <a:p>
            <a:pPr lvl="1"/>
            <a:r>
              <a:rPr lang="en-US" dirty="0"/>
              <a:t>Make sure that you regularly back up the BIG-IP system configuration and maintain the backup UCS archives in a secure manner. </a:t>
            </a:r>
          </a:p>
          <a:p>
            <a:pPr lvl="1"/>
            <a:r>
              <a:rPr lang="en-US" dirty="0"/>
              <a:t>The preferred way to store UCS archives securely (encrypts the entire UCS file): </a:t>
            </a:r>
          </a:p>
          <a:p>
            <a:pPr lvl="1"/>
            <a:r>
              <a:rPr lang="en-US" dirty="0"/>
              <a:t>(</a:t>
            </a:r>
            <a:r>
              <a:rPr lang="en-US" dirty="0" err="1"/>
              <a:t>tmos</a:t>
            </a:r>
            <a:r>
              <a:rPr lang="en-US" dirty="0"/>
              <a:t>) # save sys </a:t>
            </a:r>
            <a:r>
              <a:rPr lang="en-US" dirty="0" err="1"/>
              <a:t>ucs</a:t>
            </a:r>
            <a:r>
              <a:rPr lang="en-US" dirty="0"/>
              <a:t> &lt;</a:t>
            </a:r>
            <a:r>
              <a:rPr lang="en-US" dirty="0" err="1"/>
              <a:t>ucs</a:t>
            </a:r>
            <a:r>
              <a:rPr lang="en-US" dirty="0"/>
              <a:t> name&gt; passphrase &lt;passphrase&gt;</a:t>
            </a:r>
          </a:p>
          <a:p>
            <a:r>
              <a:rPr lang="en-US" dirty="0"/>
              <a:t>These recommendations can be accomplished via the GUI or TMSH interfaces.</a:t>
            </a:r>
          </a:p>
        </p:txBody>
      </p:sp>
      <p:sp>
        <p:nvSpPr>
          <p:cNvPr id="3" name="Text Placeholder 2">
            <a:extLst>
              <a:ext uri="{FF2B5EF4-FFF2-40B4-BE49-F238E27FC236}">
                <a16:creationId xmlns:a16="http://schemas.microsoft.com/office/drawing/2014/main" id="{0465D30E-73B6-49B3-BB7B-806E0977CB41}"/>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3.05 Explain proper long-term storage of UCS backup file</a:t>
            </a:r>
          </a:p>
        </p:txBody>
      </p:sp>
    </p:spTree>
    <p:extLst>
      <p:ext uri="{BB962C8B-B14F-4D97-AF65-F5344CB8AC3E}">
        <p14:creationId xmlns:p14="http://schemas.microsoft.com/office/powerpoint/2010/main" val="5426953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28173D-32B6-429E-96E4-F63C21664E79}"/>
              </a:ext>
            </a:extLst>
          </p:cNvPr>
          <p:cNvSpPr>
            <a:spLocks noGrp="1"/>
          </p:cNvSpPr>
          <p:nvPr>
            <p:ph idx="1"/>
          </p:nvPr>
        </p:nvSpPr>
        <p:spPr/>
        <p:txBody>
          <a:bodyPr/>
          <a:lstStyle/>
          <a:p>
            <a:r>
              <a:rPr lang="en-US" dirty="0"/>
              <a:t>A typical UCS archive contains user accounts, passwords, critical system files, and </a:t>
            </a:r>
            <a:r>
              <a:rPr lang="en-US" b="1" dirty="0"/>
              <a:t>SSL private keys</a:t>
            </a:r>
            <a:r>
              <a:rPr lang="en-US" dirty="0"/>
              <a:t>. </a:t>
            </a:r>
          </a:p>
          <a:p>
            <a:pPr lvl="1"/>
            <a:r>
              <a:rPr lang="en-US" dirty="0"/>
              <a:t>You can explicitly exclude SSL private keys from a UCS archive during the backup process. </a:t>
            </a:r>
          </a:p>
          <a:p>
            <a:r>
              <a:rPr lang="en-US" dirty="0"/>
              <a:t>From TMSH:</a:t>
            </a:r>
          </a:p>
          <a:p>
            <a:pPr lvl="1"/>
            <a:r>
              <a:rPr lang="en-US" dirty="0"/>
              <a:t>save sys </a:t>
            </a:r>
            <a:r>
              <a:rPr lang="en-US" dirty="0" err="1"/>
              <a:t>ucs</a:t>
            </a:r>
            <a:r>
              <a:rPr lang="en-US" dirty="0"/>
              <a:t> test-backup no-private-key</a:t>
            </a:r>
          </a:p>
          <a:p>
            <a:r>
              <a:rPr lang="en-US" dirty="0"/>
              <a:t>From the GUI:</a:t>
            </a:r>
          </a:p>
        </p:txBody>
      </p:sp>
      <p:sp>
        <p:nvSpPr>
          <p:cNvPr id="3" name="Text Placeholder 2">
            <a:extLst>
              <a:ext uri="{FF2B5EF4-FFF2-40B4-BE49-F238E27FC236}">
                <a16:creationId xmlns:a16="http://schemas.microsoft.com/office/drawing/2014/main" id="{F23075AF-E946-4165-B479-FDAA038BAC00}"/>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3.05 Explain the contents of the UCS file (private keys)</a:t>
            </a:r>
          </a:p>
        </p:txBody>
      </p:sp>
      <p:pic>
        <p:nvPicPr>
          <p:cNvPr id="7" name="Picture 6">
            <a:extLst>
              <a:ext uri="{FF2B5EF4-FFF2-40B4-BE49-F238E27FC236}">
                <a16:creationId xmlns:a16="http://schemas.microsoft.com/office/drawing/2014/main" id="{8B17992D-EAC7-4ACE-B8E3-85082BAC4389}"/>
              </a:ext>
            </a:extLst>
          </p:cNvPr>
          <p:cNvPicPr>
            <a:picLocks noChangeAspect="1"/>
          </p:cNvPicPr>
          <p:nvPr/>
        </p:nvPicPr>
        <p:blipFill>
          <a:blip r:embed="rId2"/>
          <a:stretch>
            <a:fillRect/>
          </a:stretch>
        </p:blipFill>
        <p:spPr>
          <a:xfrm>
            <a:off x="2310033" y="3927106"/>
            <a:ext cx="3533333" cy="1904762"/>
          </a:xfrm>
          <a:prstGeom prst="rect">
            <a:avLst/>
          </a:prstGeom>
        </p:spPr>
      </p:pic>
      <p:pic>
        <p:nvPicPr>
          <p:cNvPr id="9" name="Picture 2">
            <a:extLst>
              <a:ext uri="{FF2B5EF4-FFF2-40B4-BE49-F238E27FC236}">
                <a16:creationId xmlns:a16="http://schemas.microsoft.com/office/drawing/2014/main" id="{129A6E67-9680-4CCE-8509-1FED2D324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287" y="6050337"/>
            <a:ext cx="2816225" cy="555634"/>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Down 10">
            <a:extLst>
              <a:ext uri="{FF2B5EF4-FFF2-40B4-BE49-F238E27FC236}">
                <a16:creationId xmlns:a16="http://schemas.microsoft.com/office/drawing/2014/main" id="{ACCEA768-388A-456A-906F-02166E93E68C}"/>
              </a:ext>
            </a:extLst>
          </p:cNvPr>
          <p:cNvSpPr/>
          <p:nvPr/>
        </p:nvSpPr>
        <p:spPr>
          <a:xfrm>
            <a:off x="3937000" y="5260049"/>
            <a:ext cx="190500" cy="700323"/>
          </a:xfrm>
          <a:prstGeom prst="downArrow">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17548769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2516134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2.05</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to secure Self IPs</a:t>
            </a:r>
            <a:endParaRPr lang="en-US" dirty="0"/>
          </a:p>
          <a:p>
            <a:pPr marL="342900" indent="-342900">
              <a:buFont typeface="Arial" panose="020B0604020202020204" pitchFamily="34" charset="0"/>
              <a:buChar char="•"/>
            </a:pPr>
            <a:r>
              <a:rPr lang="en-US" dirty="0"/>
              <a:t>Compare and contrast traffic groups vs HA groups</a:t>
            </a:r>
          </a:p>
          <a:p>
            <a:pPr marL="342900" indent="-342900">
              <a:buFont typeface="Arial" panose="020B0604020202020204" pitchFamily="34" charset="0"/>
              <a:buChar char="•"/>
            </a:pPr>
            <a:r>
              <a:rPr lang="en-US" dirty="0"/>
              <a:t>Determine what prevented an expected failover</a:t>
            </a:r>
          </a:p>
          <a:p>
            <a:pPr marL="342900" indent="-342900">
              <a:buFont typeface="Arial" panose="020B0604020202020204" pitchFamily="34" charset="0"/>
              <a:buChar char="•"/>
            </a:pPr>
            <a:r>
              <a:rPr lang="en-US" dirty="0"/>
              <a:t>Describe the differences between network failover and hardware failover</a:t>
            </a:r>
          </a:p>
          <a:p>
            <a:endParaRPr lang="en-US" sz="2800" dirty="0"/>
          </a:p>
          <a:p>
            <a:endParaRPr lang="en-US" sz="2800" dirty="0"/>
          </a:p>
        </p:txBody>
      </p:sp>
    </p:spTree>
    <p:extLst>
      <p:ext uri="{BB962C8B-B14F-4D97-AF65-F5344CB8AC3E}">
        <p14:creationId xmlns:p14="http://schemas.microsoft.com/office/powerpoint/2010/main" val="42621330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6F72B-DEBB-4272-873F-A98CA0104221}"/>
              </a:ext>
            </a:extLst>
          </p:cNvPr>
          <p:cNvSpPr>
            <a:spLocks noGrp="1"/>
          </p:cNvSpPr>
          <p:nvPr>
            <p:ph idx="1"/>
          </p:nvPr>
        </p:nvSpPr>
        <p:spPr>
          <a:xfrm>
            <a:off x="326317" y="3588557"/>
            <a:ext cx="4488571" cy="2812243"/>
          </a:xfrm>
        </p:spPr>
        <p:txBody>
          <a:bodyPr/>
          <a:lstStyle/>
          <a:p>
            <a:r>
              <a:rPr lang="en-US" dirty="0"/>
              <a:t>By default, synching a configuration is a manual process</a:t>
            </a:r>
          </a:p>
        </p:txBody>
      </p:sp>
      <p:sp>
        <p:nvSpPr>
          <p:cNvPr id="10" name="Text Placeholder 9">
            <a:extLst>
              <a:ext uri="{FF2B5EF4-FFF2-40B4-BE49-F238E27FC236}">
                <a16:creationId xmlns:a16="http://schemas.microsoft.com/office/drawing/2014/main" id="{ED2174E4-03D5-464F-B88C-7AC283031246}"/>
              </a:ext>
            </a:extLst>
          </p:cNvPr>
          <p:cNvSpPr>
            <a:spLocks noGrp="1"/>
          </p:cNvSpPr>
          <p:nvPr>
            <p:ph type="body" idx="13"/>
          </p:nvPr>
        </p:nvSpPr>
        <p:spPr/>
        <p:txBody>
          <a:bodyPr/>
          <a:lstStyle/>
          <a:p>
            <a:r>
              <a:rPr lang="en-US" dirty="0">
                <a:hlinkClick r:id="rId3"/>
              </a:rPr>
              <a:t> Manual Chapter : Managing Configuration Synchronization</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3.10 Show config sync status</a:t>
            </a:r>
          </a:p>
        </p:txBody>
      </p:sp>
      <p:pic>
        <p:nvPicPr>
          <p:cNvPr id="7" name="Picture 6">
            <a:extLst>
              <a:ext uri="{FF2B5EF4-FFF2-40B4-BE49-F238E27FC236}">
                <a16:creationId xmlns:a16="http://schemas.microsoft.com/office/drawing/2014/main" id="{F3F7B2EE-6A5D-4C28-B0DC-A07249071425}"/>
              </a:ext>
            </a:extLst>
          </p:cNvPr>
          <p:cNvPicPr>
            <a:picLocks noChangeAspect="1"/>
          </p:cNvPicPr>
          <p:nvPr/>
        </p:nvPicPr>
        <p:blipFill>
          <a:blip r:embed="rId4"/>
          <a:stretch>
            <a:fillRect/>
          </a:stretch>
        </p:blipFill>
        <p:spPr>
          <a:xfrm>
            <a:off x="326317" y="1664696"/>
            <a:ext cx="4288546" cy="1604747"/>
          </a:xfrm>
          <a:prstGeom prst="rect">
            <a:avLst/>
          </a:prstGeom>
        </p:spPr>
      </p:pic>
      <p:pic>
        <p:nvPicPr>
          <p:cNvPr id="9" name="Picture 8">
            <a:extLst>
              <a:ext uri="{FF2B5EF4-FFF2-40B4-BE49-F238E27FC236}">
                <a16:creationId xmlns:a16="http://schemas.microsoft.com/office/drawing/2014/main" id="{57966109-592D-4C38-8ABF-299C1D0B5403}"/>
              </a:ext>
            </a:extLst>
          </p:cNvPr>
          <p:cNvPicPr>
            <a:picLocks noChangeAspect="1"/>
          </p:cNvPicPr>
          <p:nvPr/>
        </p:nvPicPr>
        <p:blipFill>
          <a:blip r:embed="rId5"/>
          <a:stretch>
            <a:fillRect/>
          </a:stretch>
        </p:blipFill>
        <p:spPr>
          <a:xfrm>
            <a:off x="4814888" y="1641849"/>
            <a:ext cx="6729413" cy="3789450"/>
          </a:xfrm>
          <a:prstGeom prst="rect">
            <a:avLst/>
          </a:prstGeom>
        </p:spPr>
      </p:pic>
      <p:sp>
        <p:nvSpPr>
          <p:cNvPr id="12" name="TextBox 11">
            <a:extLst>
              <a:ext uri="{FF2B5EF4-FFF2-40B4-BE49-F238E27FC236}">
                <a16:creationId xmlns:a16="http://schemas.microsoft.com/office/drawing/2014/main" id="{1DED0488-A593-49D5-BAA2-20C43054E16D}"/>
              </a:ext>
            </a:extLst>
          </p:cNvPr>
          <p:cNvSpPr txBox="1"/>
          <p:nvPr/>
        </p:nvSpPr>
        <p:spPr>
          <a:xfrm>
            <a:off x="5260181" y="5570169"/>
            <a:ext cx="6096000" cy="369332"/>
          </a:xfrm>
          <a:prstGeom prst="rect">
            <a:avLst/>
          </a:prstGeom>
          <a:noFill/>
        </p:spPr>
        <p:txBody>
          <a:bodyPr wrap="square">
            <a:spAutoFit/>
          </a:bodyPr>
          <a:lstStyle/>
          <a:p>
            <a:r>
              <a:rPr lang="en-US" dirty="0"/>
              <a:t>[root@bigip01:Active:</a:t>
            </a:r>
            <a:r>
              <a:rPr lang="en-US" b="1" dirty="0"/>
              <a:t>Changes Pending</a:t>
            </a:r>
            <a:r>
              <a:rPr lang="en-US" dirty="0"/>
              <a:t>] config #</a:t>
            </a:r>
          </a:p>
        </p:txBody>
      </p:sp>
    </p:spTree>
    <p:extLst>
      <p:ext uri="{BB962C8B-B14F-4D97-AF65-F5344CB8AC3E}">
        <p14:creationId xmlns:p14="http://schemas.microsoft.com/office/powerpoint/2010/main" val="42543280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816F87-4004-4B12-98D8-AEE2EC0D78D9}"/>
              </a:ext>
            </a:extLst>
          </p:cNvPr>
          <p:cNvSpPr>
            <a:spLocks noGrp="1"/>
          </p:cNvSpPr>
          <p:nvPr>
            <p:ph idx="1"/>
          </p:nvPr>
        </p:nvSpPr>
        <p:spPr>
          <a:xfrm>
            <a:off x="457199" y="1743075"/>
            <a:ext cx="11274551" cy="4680984"/>
          </a:xfrm>
        </p:spPr>
        <p:txBody>
          <a:bodyPr>
            <a:normAutofit/>
          </a:bodyPr>
          <a:lstStyle/>
          <a:p>
            <a:r>
              <a:rPr lang="en-US" dirty="0"/>
              <a:t>When you make a change to a device in the Device Service Cluster (DSC) and automatic sync is not enabled</a:t>
            </a:r>
          </a:p>
          <a:p>
            <a:r>
              <a:rPr lang="en-US" dirty="0"/>
              <a:t>Before you begin a software upgrade of a DSC to ensure all configurations are correctly synchronized</a:t>
            </a:r>
          </a:p>
          <a:p>
            <a:r>
              <a:rPr lang="en-US" dirty="0"/>
              <a:t>After you complete a software upgrade for a BIG-IP device group. after all of the BIG-IP devices in the device group are upgraded to the new BIG-IP software version. </a:t>
            </a:r>
          </a:p>
          <a:p>
            <a:pPr lvl="1"/>
            <a:r>
              <a:rPr lang="en-US" dirty="0"/>
              <a:t>This recommendation applies to device groups configured to use any </a:t>
            </a:r>
            <a:r>
              <a:rPr lang="en-US" dirty="0" err="1"/>
              <a:t>ConfigSync</a:t>
            </a:r>
            <a:r>
              <a:rPr lang="en-US" dirty="0"/>
              <a:t> option, including the Automatic Sync option.</a:t>
            </a:r>
          </a:p>
          <a:p>
            <a:r>
              <a:rPr lang="en-US" dirty="0"/>
              <a:t>You want to migrate a device group member to a new BIG-IP hardware platform.</a:t>
            </a:r>
          </a:p>
          <a:p>
            <a:pPr lvl="1"/>
            <a:r>
              <a:rPr lang="en-US" dirty="0"/>
              <a:t>Note: For more information, refer to </a:t>
            </a:r>
            <a:r>
              <a:rPr lang="en-US" dirty="0">
                <a:hlinkClick r:id="rId3"/>
              </a:rPr>
              <a:t>K15496: Migrating a device group member to a new BIG-IP hardware platform</a:t>
            </a:r>
            <a:r>
              <a:rPr lang="en-US" dirty="0"/>
              <a:t>..</a:t>
            </a:r>
          </a:p>
          <a:p>
            <a:r>
              <a:rPr lang="en-US" dirty="0"/>
              <a:t>You want to migrate a BIG-IP configuration to new VIPRION blades.</a:t>
            </a:r>
          </a:p>
          <a:p>
            <a:pPr lvl="1"/>
            <a:r>
              <a:rPr lang="en-US" dirty="0"/>
              <a:t>Note: For more information, refer to </a:t>
            </a:r>
            <a:r>
              <a:rPr lang="en-US" dirty="0">
                <a:hlinkClick r:id="rId4"/>
              </a:rPr>
              <a:t>K63705154: Migrating a BIG-IP configuration to new VIPRION blades using </a:t>
            </a:r>
            <a:r>
              <a:rPr lang="en-US" dirty="0" err="1">
                <a:hlinkClick r:id="rId4"/>
              </a:rPr>
              <a:t>ConfigSync</a:t>
            </a:r>
            <a:r>
              <a:rPr lang="en-US" dirty="0"/>
              <a:t>.</a:t>
            </a:r>
          </a:p>
          <a:p>
            <a:r>
              <a:rPr lang="en-US" dirty="0"/>
              <a:t>You are using Automatic Sync, and you want to synchronize changes to device group members and immediately save the running configuration to the configuration files on the peer devices. </a:t>
            </a:r>
          </a:p>
        </p:txBody>
      </p:sp>
      <p:sp>
        <p:nvSpPr>
          <p:cNvPr id="3" name="Text Placeholder 2">
            <a:extLst>
              <a:ext uri="{FF2B5EF4-FFF2-40B4-BE49-F238E27FC236}">
                <a16:creationId xmlns:a16="http://schemas.microsoft.com/office/drawing/2014/main" id="{0FAA84D2-CD5E-4B32-9A21-BF5F3DBF42EB}"/>
              </a:ext>
            </a:extLst>
          </p:cNvPr>
          <p:cNvSpPr>
            <a:spLocks noGrp="1"/>
          </p:cNvSpPr>
          <p:nvPr>
            <p:ph type="body" idx="13"/>
          </p:nvPr>
        </p:nvSpPr>
        <p:spPr/>
        <p:txBody>
          <a:bodyPr/>
          <a:lstStyle/>
          <a:p>
            <a:r>
              <a:rPr lang="en-US" dirty="0">
                <a:hlinkClick r:id="rId5"/>
              </a:rPr>
              <a:t>K39735803: When to perform a manual </a:t>
            </a:r>
            <a:r>
              <a:rPr lang="en-US" dirty="0" err="1">
                <a:hlinkClick r:id="rId5"/>
              </a:rPr>
              <a:t>ConfigSync</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3.10 Explain when a config sync is necessary</a:t>
            </a:r>
          </a:p>
        </p:txBody>
      </p:sp>
    </p:spTree>
    <p:extLst>
      <p:ext uri="{BB962C8B-B14F-4D97-AF65-F5344CB8AC3E}">
        <p14:creationId xmlns:p14="http://schemas.microsoft.com/office/powerpoint/2010/main" val="6386315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D5A6C6B-E506-42D3-8079-CF8DF169DF44}"/>
              </a:ext>
            </a:extLst>
          </p:cNvPr>
          <p:cNvPicPr>
            <a:picLocks noChangeAspect="1"/>
          </p:cNvPicPr>
          <p:nvPr/>
        </p:nvPicPr>
        <p:blipFill>
          <a:blip r:embed="rId3"/>
          <a:stretch>
            <a:fillRect/>
          </a:stretch>
        </p:blipFill>
        <p:spPr>
          <a:xfrm>
            <a:off x="615484" y="2258897"/>
            <a:ext cx="6790476" cy="1485714"/>
          </a:xfrm>
          <a:prstGeom prst="rect">
            <a:avLst/>
          </a:prstGeom>
        </p:spPr>
      </p:pic>
      <p:sp>
        <p:nvSpPr>
          <p:cNvPr id="6" name="Content Placeholder 5">
            <a:extLst>
              <a:ext uri="{FF2B5EF4-FFF2-40B4-BE49-F238E27FC236}">
                <a16:creationId xmlns:a16="http://schemas.microsoft.com/office/drawing/2014/main" id="{63283CFA-A648-4283-B0B5-71CA4054D0D1}"/>
              </a:ext>
            </a:extLst>
          </p:cNvPr>
          <p:cNvSpPr>
            <a:spLocks noGrp="1"/>
          </p:cNvSpPr>
          <p:nvPr>
            <p:ph idx="1"/>
          </p:nvPr>
        </p:nvSpPr>
        <p:spPr/>
        <p:txBody>
          <a:bodyPr/>
          <a:lstStyle/>
          <a:p>
            <a:r>
              <a:rPr lang="en-US" dirty="0"/>
              <a:t>Timestamps can be checks on the status page, switching to Advance will give you more information </a:t>
            </a:r>
          </a:p>
          <a:p>
            <a:endParaRPr lang="en-US" dirty="0"/>
          </a:p>
          <a:p>
            <a:endParaRPr lang="en-US" dirty="0"/>
          </a:p>
          <a:p>
            <a:r>
              <a:rPr lang="en-US" dirty="0"/>
              <a:t>Each device checks the remote device's time against its own system time.</a:t>
            </a:r>
          </a:p>
          <a:p>
            <a:pPr lvl="1"/>
            <a:r>
              <a:rPr lang="en-US" dirty="0"/>
              <a:t>If the time is not within the </a:t>
            </a:r>
            <a:r>
              <a:rPr lang="en-US" dirty="0" err="1"/>
              <a:t>ConfigSync</a:t>
            </a:r>
            <a:r>
              <a:rPr lang="en-US" dirty="0"/>
              <a:t> time threshold default value of three seconds, the command prompt changes to indicate that the time is out of sync (</a:t>
            </a:r>
            <a:r>
              <a:rPr lang="en-US" b="1" dirty="0"/>
              <a:t>Peer Time Out of Sync</a:t>
            </a:r>
            <a:r>
              <a:rPr lang="en-US" dirty="0"/>
              <a:t>), and </a:t>
            </a:r>
            <a:r>
              <a:rPr lang="en-US" dirty="0" err="1"/>
              <a:t>ConfigSync</a:t>
            </a:r>
            <a:r>
              <a:rPr lang="en-US" dirty="0"/>
              <a:t> operations may fail.</a:t>
            </a:r>
          </a:p>
          <a:p>
            <a:pPr lvl="1"/>
            <a:r>
              <a:rPr lang="en-US" dirty="0"/>
              <a:t>You may have to increase the threshold to rectify the issue.</a:t>
            </a:r>
          </a:p>
          <a:p>
            <a:pPr lvl="1"/>
            <a:r>
              <a:rPr lang="en-US" dirty="0"/>
              <a:t>This a reason configuring NTP on BIG-IP is so important.</a:t>
            </a:r>
          </a:p>
          <a:p>
            <a:pPr lvl="1"/>
            <a:r>
              <a:rPr lang="en-US" dirty="0">
                <a:hlinkClick r:id="rId4"/>
              </a:rPr>
              <a:t>K81160517: Modifying the </a:t>
            </a:r>
            <a:r>
              <a:rPr lang="en-US" dirty="0" err="1">
                <a:hlinkClick r:id="rId4"/>
              </a:rPr>
              <a:t>ConfigSync</a:t>
            </a:r>
            <a:r>
              <a:rPr lang="en-US" dirty="0">
                <a:hlinkClick r:id="rId4"/>
              </a:rPr>
              <a:t> time threshold</a:t>
            </a:r>
            <a:r>
              <a:rPr lang="en-US" dirty="0"/>
              <a:t> shows you how to check and rectify the issue.</a:t>
            </a:r>
          </a:p>
          <a:p>
            <a:pPr lvl="1"/>
            <a:endParaRPr lang="en-US" dirty="0"/>
          </a:p>
          <a:p>
            <a:endParaRPr lang="en-US" dirty="0"/>
          </a:p>
        </p:txBody>
      </p:sp>
      <p:sp>
        <p:nvSpPr>
          <p:cNvPr id="7" name="Text Placeholder 6">
            <a:extLst>
              <a:ext uri="{FF2B5EF4-FFF2-40B4-BE49-F238E27FC236}">
                <a16:creationId xmlns:a16="http://schemas.microsoft.com/office/drawing/2014/main" id="{5F10C128-983F-4911-B3E1-D991C43F7292}"/>
              </a:ext>
            </a:extLst>
          </p:cNvPr>
          <p:cNvSpPr>
            <a:spLocks noGrp="1"/>
          </p:cNvSpPr>
          <p:nvPr>
            <p:ph type="body" idx="13"/>
          </p:nvPr>
        </p:nvSpPr>
        <p:spPr/>
        <p:txBody>
          <a:bodyPr/>
          <a:lstStyle/>
          <a:p>
            <a:r>
              <a:rPr lang="en-US" dirty="0">
                <a:hlinkClick r:id="rId4"/>
              </a:rPr>
              <a:t>K81160517: Modifying the </a:t>
            </a:r>
            <a:r>
              <a:rPr lang="en-US" dirty="0" err="1">
                <a:hlinkClick r:id="rId4"/>
              </a:rPr>
              <a:t>ConfigSync</a:t>
            </a:r>
            <a:r>
              <a:rPr lang="en-US" dirty="0">
                <a:hlinkClick r:id="rId4"/>
              </a:rPr>
              <a:t> time threshold</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3.10 Compare configuration timestamp</a:t>
            </a:r>
          </a:p>
        </p:txBody>
      </p:sp>
      <p:sp>
        <p:nvSpPr>
          <p:cNvPr id="12" name="Rectangle 11">
            <a:extLst>
              <a:ext uri="{FF2B5EF4-FFF2-40B4-BE49-F238E27FC236}">
                <a16:creationId xmlns:a16="http://schemas.microsoft.com/office/drawing/2014/main" id="{D5E53E2D-D0EB-427E-A247-C3DE5570011A}"/>
              </a:ext>
            </a:extLst>
          </p:cNvPr>
          <p:cNvSpPr/>
          <p:nvPr/>
        </p:nvSpPr>
        <p:spPr>
          <a:xfrm>
            <a:off x="3922003" y="2618043"/>
            <a:ext cx="2430965" cy="1117768"/>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pic>
        <p:nvPicPr>
          <p:cNvPr id="16" name="Picture 15">
            <a:extLst>
              <a:ext uri="{FF2B5EF4-FFF2-40B4-BE49-F238E27FC236}">
                <a16:creationId xmlns:a16="http://schemas.microsoft.com/office/drawing/2014/main" id="{9E6830F6-9E83-4C77-8FFD-36C44B6458DF}"/>
              </a:ext>
            </a:extLst>
          </p:cNvPr>
          <p:cNvPicPr>
            <a:picLocks noChangeAspect="1"/>
          </p:cNvPicPr>
          <p:nvPr/>
        </p:nvPicPr>
        <p:blipFill>
          <a:blip r:embed="rId5"/>
          <a:stretch>
            <a:fillRect/>
          </a:stretch>
        </p:blipFill>
        <p:spPr>
          <a:xfrm>
            <a:off x="6703179" y="2729307"/>
            <a:ext cx="5151601" cy="917141"/>
          </a:xfrm>
          <a:prstGeom prst="rect">
            <a:avLst/>
          </a:prstGeom>
        </p:spPr>
      </p:pic>
      <p:sp>
        <p:nvSpPr>
          <p:cNvPr id="17" name="Rectangle 16">
            <a:extLst>
              <a:ext uri="{FF2B5EF4-FFF2-40B4-BE49-F238E27FC236}">
                <a16:creationId xmlns:a16="http://schemas.microsoft.com/office/drawing/2014/main" id="{49027E95-4651-4191-BFFA-369E5985B364}"/>
              </a:ext>
            </a:extLst>
          </p:cNvPr>
          <p:cNvSpPr/>
          <p:nvPr/>
        </p:nvSpPr>
        <p:spPr>
          <a:xfrm>
            <a:off x="8842917" y="2929933"/>
            <a:ext cx="3063939" cy="71651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30218198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E8FA8E7-1921-4EAE-9034-5D43881081E7}"/>
              </a:ext>
            </a:extLst>
          </p:cNvPr>
          <p:cNvSpPr>
            <a:spLocks noGrp="1"/>
          </p:cNvSpPr>
          <p:nvPr>
            <p:ph idx="1"/>
          </p:nvPr>
        </p:nvSpPr>
        <p:spPr>
          <a:xfrm>
            <a:off x="457199" y="1967113"/>
            <a:ext cx="5051503" cy="4456946"/>
          </a:xfrm>
        </p:spPr>
        <p:txBody>
          <a:bodyPr/>
          <a:lstStyle/>
          <a:p>
            <a:r>
              <a:rPr lang="en-US" dirty="0">
                <a:hlinkClick r:id="rId3"/>
              </a:rPr>
              <a:t>F5 YouTube: Performing a </a:t>
            </a:r>
            <a:r>
              <a:rPr lang="en-US" dirty="0" err="1">
                <a:hlinkClick r:id="rId3"/>
              </a:rPr>
              <a:t>ConfigSync</a:t>
            </a:r>
            <a:r>
              <a:rPr lang="en-US" dirty="0">
                <a:hlinkClick r:id="rId3"/>
              </a:rPr>
              <a:t> using the Configuration utility</a:t>
            </a:r>
            <a:r>
              <a:rPr lang="en-US" dirty="0"/>
              <a:t> ~2 min</a:t>
            </a:r>
          </a:p>
          <a:p>
            <a:r>
              <a:rPr lang="en-US" dirty="0"/>
              <a:t>You can Push or Pull a </a:t>
            </a:r>
            <a:r>
              <a:rPr lang="en-US" dirty="0" err="1"/>
              <a:t>configsync</a:t>
            </a:r>
            <a:endParaRPr lang="en-US" dirty="0"/>
          </a:p>
          <a:p>
            <a:pPr lvl="1"/>
            <a:r>
              <a:rPr lang="en-US" dirty="0"/>
              <a:t>You may want a pull if you make changes you regret</a:t>
            </a:r>
          </a:p>
          <a:p>
            <a:pPr lvl="1"/>
            <a:endParaRPr lang="en-US" dirty="0"/>
          </a:p>
        </p:txBody>
      </p:sp>
      <p:sp>
        <p:nvSpPr>
          <p:cNvPr id="7" name="Text Placeholder 6">
            <a:extLst>
              <a:ext uri="{FF2B5EF4-FFF2-40B4-BE49-F238E27FC236}">
                <a16:creationId xmlns:a16="http://schemas.microsoft.com/office/drawing/2014/main" id="{5FC56090-40FB-410A-B209-59D27D4DB561}"/>
              </a:ext>
            </a:extLst>
          </p:cNvPr>
          <p:cNvSpPr>
            <a:spLocks noGrp="1"/>
          </p:cNvSpPr>
          <p:nvPr>
            <p:ph type="body" idx="13"/>
          </p:nvPr>
        </p:nvSpPr>
        <p:spPr>
          <a:xfrm>
            <a:off x="457200" y="1256758"/>
            <a:ext cx="11274552" cy="246221"/>
          </a:xfrm>
        </p:spPr>
        <p:txBody>
          <a:bodyPr/>
          <a:lstStyle/>
          <a:p>
            <a:r>
              <a:rPr lang="en-US" dirty="0">
                <a:hlinkClick r:id="rId4"/>
              </a:rPr>
              <a:t> Manual Chapter : Managing Configuration Synchronization</a:t>
            </a:r>
            <a:r>
              <a:rPr lang="en-US" dirty="0"/>
              <a:t> </a:t>
            </a:r>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3.10 Demonstrate config sync procedure (GUI)</a:t>
            </a:r>
          </a:p>
        </p:txBody>
      </p:sp>
      <p:pic>
        <p:nvPicPr>
          <p:cNvPr id="9" name="Picture 8">
            <a:extLst>
              <a:ext uri="{FF2B5EF4-FFF2-40B4-BE49-F238E27FC236}">
                <a16:creationId xmlns:a16="http://schemas.microsoft.com/office/drawing/2014/main" id="{D12CF11F-72EA-48B5-AD68-5494E36A96ED}"/>
              </a:ext>
            </a:extLst>
          </p:cNvPr>
          <p:cNvPicPr>
            <a:picLocks noChangeAspect="1"/>
          </p:cNvPicPr>
          <p:nvPr/>
        </p:nvPicPr>
        <p:blipFill>
          <a:blip r:embed="rId5"/>
          <a:stretch>
            <a:fillRect/>
          </a:stretch>
        </p:blipFill>
        <p:spPr>
          <a:xfrm>
            <a:off x="5609189" y="2043649"/>
            <a:ext cx="6122561" cy="3447720"/>
          </a:xfrm>
          <a:prstGeom prst="rect">
            <a:avLst/>
          </a:prstGeom>
        </p:spPr>
      </p:pic>
      <p:sp>
        <p:nvSpPr>
          <p:cNvPr id="10" name="Rectangle 9">
            <a:extLst>
              <a:ext uri="{FF2B5EF4-FFF2-40B4-BE49-F238E27FC236}">
                <a16:creationId xmlns:a16="http://schemas.microsoft.com/office/drawing/2014/main" id="{C276B603-7A64-4BF7-BE11-8C4E00F54E4E}"/>
              </a:ext>
            </a:extLst>
          </p:cNvPr>
          <p:cNvSpPr/>
          <p:nvPr/>
        </p:nvSpPr>
        <p:spPr>
          <a:xfrm>
            <a:off x="5710098" y="4656907"/>
            <a:ext cx="2564108" cy="728944"/>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15623248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E8FA8E7-1921-4EAE-9034-5D43881081E7}"/>
              </a:ext>
            </a:extLst>
          </p:cNvPr>
          <p:cNvSpPr>
            <a:spLocks noGrp="1"/>
          </p:cNvSpPr>
          <p:nvPr>
            <p:ph idx="1"/>
          </p:nvPr>
        </p:nvSpPr>
        <p:spPr>
          <a:xfrm>
            <a:off x="457199" y="1967113"/>
            <a:ext cx="11274551" cy="4456946"/>
          </a:xfrm>
        </p:spPr>
        <p:txBody>
          <a:bodyPr/>
          <a:lstStyle/>
          <a:p>
            <a:r>
              <a:rPr lang="en-US" dirty="0">
                <a:hlinkClick r:id="rId3"/>
              </a:rPr>
              <a:t>F5 YouTube: Performing a </a:t>
            </a:r>
            <a:r>
              <a:rPr lang="en-US" dirty="0" err="1">
                <a:hlinkClick r:id="rId3"/>
              </a:rPr>
              <a:t>ConfigSync</a:t>
            </a:r>
            <a:r>
              <a:rPr lang="en-US" dirty="0">
                <a:hlinkClick r:id="rId3"/>
              </a:rPr>
              <a:t> using tmsh</a:t>
            </a:r>
            <a:r>
              <a:rPr lang="en-US" dirty="0"/>
              <a:t> ~1min </a:t>
            </a:r>
          </a:p>
          <a:p>
            <a:r>
              <a:rPr lang="en-US" dirty="0"/>
              <a:t>run /cm config-sync &lt;</a:t>
            </a:r>
            <a:r>
              <a:rPr lang="en-US" dirty="0" err="1"/>
              <a:t>sync_direction</a:t>
            </a:r>
            <a:r>
              <a:rPr lang="en-US" dirty="0"/>
              <a:t>&gt; &lt;</a:t>
            </a:r>
            <a:r>
              <a:rPr lang="en-US" dirty="0" err="1"/>
              <a:t>sync_group</a:t>
            </a:r>
            <a:r>
              <a:rPr lang="en-US" dirty="0"/>
              <a:t>&gt;</a:t>
            </a:r>
          </a:p>
          <a:p>
            <a:r>
              <a:rPr lang="en-US" dirty="0"/>
              <a:t>&lt;</a:t>
            </a:r>
            <a:r>
              <a:rPr lang="en-US" dirty="0" err="1"/>
              <a:t>sync_direction</a:t>
            </a:r>
            <a:r>
              <a:rPr lang="en-US" dirty="0"/>
              <a:t>&gt;</a:t>
            </a:r>
          </a:p>
          <a:p>
            <a:endParaRPr lang="en-US" dirty="0"/>
          </a:p>
        </p:txBody>
      </p:sp>
      <p:sp>
        <p:nvSpPr>
          <p:cNvPr id="7" name="Text Placeholder 6">
            <a:extLst>
              <a:ext uri="{FF2B5EF4-FFF2-40B4-BE49-F238E27FC236}">
                <a16:creationId xmlns:a16="http://schemas.microsoft.com/office/drawing/2014/main" id="{5FC56090-40FB-410A-B209-59D27D4DB561}"/>
              </a:ext>
            </a:extLst>
          </p:cNvPr>
          <p:cNvSpPr>
            <a:spLocks noGrp="1"/>
          </p:cNvSpPr>
          <p:nvPr>
            <p:ph type="body" idx="13"/>
          </p:nvPr>
        </p:nvSpPr>
        <p:spPr>
          <a:xfrm>
            <a:off x="457200" y="1256758"/>
            <a:ext cx="11274552" cy="246221"/>
          </a:xfrm>
        </p:spPr>
        <p:txBody>
          <a:bodyPr/>
          <a:lstStyle/>
          <a:p>
            <a:r>
              <a:rPr lang="en-US" dirty="0">
                <a:hlinkClick r:id="rId4"/>
              </a:rPr>
              <a:t>K14856: Performing a </a:t>
            </a:r>
            <a:r>
              <a:rPr lang="en-US" dirty="0" err="1">
                <a:hlinkClick r:id="rId4"/>
              </a:rPr>
              <a:t>ConfigSync</a:t>
            </a:r>
            <a:r>
              <a:rPr lang="en-US" dirty="0">
                <a:hlinkClick r:id="rId4"/>
              </a:rPr>
              <a:t> using tmsh</a:t>
            </a:r>
            <a:r>
              <a:rPr lang="en-US" dirty="0"/>
              <a:t> </a:t>
            </a:r>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3.10 Demonstrate config sync procedure (TMSH)</a:t>
            </a:r>
          </a:p>
        </p:txBody>
      </p:sp>
      <p:sp>
        <p:nvSpPr>
          <p:cNvPr id="8" name="TextBox 7">
            <a:extLst>
              <a:ext uri="{FF2B5EF4-FFF2-40B4-BE49-F238E27FC236}">
                <a16:creationId xmlns:a16="http://schemas.microsoft.com/office/drawing/2014/main" id="{E4882BB1-8B04-4BD6-9F0E-9B80259B35B2}"/>
              </a:ext>
            </a:extLst>
          </p:cNvPr>
          <p:cNvSpPr txBox="1"/>
          <p:nvPr/>
        </p:nvSpPr>
        <p:spPr>
          <a:xfrm>
            <a:off x="359626" y="3603611"/>
            <a:ext cx="9386539" cy="2800767"/>
          </a:xfrm>
          <a:prstGeom prst="rect">
            <a:avLst/>
          </a:prstGeom>
          <a:noFill/>
        </p:spPr>
        <p:txBody>
          <a:bodyPr wrap="square">
            <a:spAutoFit/>
          </a:bodyPr>
          <a:lstStyle/>
          <a:p>
            <a:r>
              <a:rPr lang="en-US" sz="1600" dirty="0">
                <a:latin typeface="Consolas" panose="020B0609020204030204" pitchFamily="49" charset="0"/>
              </a:rPr>
              <a:t> force-full-load-push   Sync configuration to the specified device group even if</a:t>
            </a:r>
          </a:p>
          <a:p>
            <a:r>
              <a:rPr lang="en-US" sz="1600" dirty="0">
                <a:latin typeface="Consolas" panose="020B0609020204030204" pitchFamily="49" charset="0"/>
              </a:rPr>
              <a:t>                        the system would deem this unsafe. This may result in</a:t>
            </a:r>
          </a:p>
          <a:p>
            <a:r>
              <a:rPr lang="en-US" sz="1600" dirty="0">
                <a:latin typeface="Consolas" panose="020B0609020204030204" pitchFamily="49" charset="0"/>
              </a:rPr>
              <a:t>                        loss of configuration on other devices.</a:t>
            </a:r>
          </a:p>
          <a:p>
            <a:endParaRPr lang="en-US" sz="1600" dirty="0">
              <a:latin typeface="Consolas" panose="020B0609020204030204" pitchFamily="49" charset="0"/>
            </a:endParaRPr>
          </a:p>
          <a:p>
            <a:r>
              <a:rPr lang="en-US" sz="1600" dirty="0">
                <a:latin typeface="Consolas" panose="020B0609020204030204" pitchFamily="49" charset="0"/>
              </a:rPr>
              <a:t>  from-group            Sync configuration from specified device group.</a:t>
            </a:r>
          </a:p>
          <a:p>
            <a:endParaRPr lang="en-US" sz="1600" dirty="0">
              <a:latin typeface="Consolas" panose="020B0609020204030204" pitchFamily="49" charset="0"/>
            </a:endParaRPr>
          </a:p>
          <a:p>
            <a:r>
              <a:rPr lang="en-US" sz="1600" dirty="0">
                <a:latin typeface="Consolas" panose="020B0609020204030204" pitchFamily="49" charset="0"/>
              </a:rPr>
              <a:t>  recover-sync          Resets the local device configuration and restores trust</a:t>
            </a:r>
          </a:p>
          <a:p>
            <a:r>
              <a:rPr lang="en-US" sz="1600" dirty="0">
                <a:latin typeface="Consolas" panose="020B0609020204030204" pitchFamily="49" charset="0"/>
              </a:rPr>
              <a:t>                        domain, device, and device-group information to default</a:t>
            </a:r>
          </a:p>
          <a:p>
            <a:r>
              <a:rPr lang="en-US" sz="1600" dirty="0">
                <a:latin typeface="Consolas" panose="020B0609020204030204" pitchFamily="49" charset="0"/>
              </a:rPr>
              <a:t>                        settings.</a:t>
            </a:r>
          </a:p>
          <a:p>
            <a:endParaRPr lang="en-US" sz="1600" dirty="0">
              <a:latin typeface="Consolas" panose="020B0609020204030204" pitchFamily="49" charset="0"/>
            </a:endParaRPr>
          </a:p>
          <a:p>
            <a:r>
              <a:rPr lang="en-US" sz="1600" dirty="0">
                <a:latin typeface="Consolas" panose="020B0609020204030204" pitchFamily="49" charset="0"/>
              </a:rPr>
              <a:t>  to-group              Sync configuration to specified device group.</a:t>
            </a:r>
          </a:p>
        </p:txBody>
      </p:sp>
    </p:spTree>
    <p:extLst>
      <p:ext uri="{BB962C8B-B14F-4D97-AF65-F5344CB8AC3E}">
        <p14:creationId xmlns:p14="http://schemas.microsoft.com/office/powerpoint/2010/main" val="5307960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498046-2019-4D92-AFC7-6ECEA5C75AE5}"/>
              </a:ext>
            </a:extLst>
          </p:cNvPr>
          <p:cNvSpPr>
            <a:spLocks noGrp="1"/>
          </p:cNvSpPr>
          <p:nvPr>
            <p:ph idx="1"/>
          </p:nvPr>
        </p:nvSpPr>
        <p:spPr/>
        <p:txBody>
          <a:bodyPr>
            <a:normAutofit/>
          </a:bodyPr>
          <a:lstStyle/>
          <a:p>
            <a:r>
              <a:rPr lang="en-US" dirty="0"/>
              <a:t>To troubleshoot the </a:t>
            </a:r>
            <a:r>
              <a:rPr lang="en-US" dirty="0" err="1"/>
              <a:t>ConfigSync</a:t>
            </a:r>
            <a:r>
              <a:rPr lang="en-US" dirty="0"/>
              <a:t> operation, perform the following procedures:</a:t>
            </a:r>
          </a:p>
          <a:p>
            <a:pPr lvl="1"/>
            <a:r>
              <a:rPr lang="en-US" dirty="0">
                <a:hlinkClick r:id="rId3"/>
              </a:rPr>
              <a:t>Verifying the required elements for </a:t>
            </a:r>
            <a:r>
              <a:rPr lang="en-US" dirty="0" err="1">
                <a:hlinkClick r:id="rId3"/>
              </a:rPr>
              <a:t>ConfigSync</a:t>
            </a:r>
            <a:r>
              <a:rPr lang="en-US" dirty="0">
                <a:hlinkClick r:id="rId3"/>
              </a:rPr>
              <a:t>/DSC</a:t>
            </a:r>
            <a:endParaRPr lang="en-US" dirty="0"/>
          </a:p>
          <a:p>
            <a:pPr lvl="1"/>
            <a:r>
              <a:rPr lang="en-US" dirty="0">
                <a:hlinkClick r:id="rId4"/>
              </a:rPr>
              <a:t>Reviewing common reasons for </a:t>
            </a:r>
            <a:r>
              <a:rPr lang="en-US" dirty="0" err="1">
                <a:hlinkClick r:id="rId4"/>
              </a:rPr>
              <a:t>ConfigSync</a:t>
            </a:r>
            <a:r>
              <a:rPr lang="en-US" dirty="0">
                <a:hlinkClick r:id="rId4"/>
              </a:rPr>
              <a:t> failures</a:t>
            </a:r>
            <a:r>
              <a:rPr lang="en-US" dirty="0"/>
              <a:t> (recommended viewing)</a:t>
            </a:r>
          </a:p>
          <a:p>
            <a:pPr lvl="1"/>
            <a:r>
              <a:rPr lang="en-US" dirty="0">
                <a:hlinkClick r:id="rId5"/>
              </a:rPr>
              <a:t>Viewing the commit ID updates</a:t>
            </a:r>
            <a:endParaRPr lang="en-US" dirty="0"/>
          </a:p>
          <a:p>
            <a:pPr lvl="1"/>
            <a:r>
              <a:rPr lang="en-US" dirty="0">
                <a:hlinkClick r:id="rId6"/>
              </a:rPr>
              <a:t>Verifying a </a:t>
            </a:r>
            <a:r>
              <a:rPr lang="en-US" dirty="0" err="1">
                <a:hlinkClick r:id="rId6"/>
              </a:rPr>
              <a:t>ConfigSync</a:t>
            </a:r>
            <a:r>
              <a:rPr lang="en-US" dirty="0">
                <a:hlinkClick r:id="rId6"/>
              </a:rPr>
              <a:t> operation</a:t>
            </a:r>
            <a:endParaRPr lang="en-US" dirty="0"/>
          </a:p>
          <a:p>
            <a:pPr lvl="1"/>
            <a:r>
              <a:rPr lang="en-US" dirty="0">
                <a:hlinkClick r:id="rId7"/>
              </a:rPr>
              <a:t>Verifying the Sync status</a:t>
            </a:r>
            <a:endParaRPr lang="en-US" dirty="0"/>
          </a:p>
          <a:p>
            <a:pPr lvl="1"/>
            <a:r>
              <a:rPr lang="en-US" dirty="0">
                <a:hlinkClick r:id="rId8"/>
              </a:rPr>
              <a:t>Understanding Sync status messages</a:t>
            </a:r>
            <a:r>
              <a:rPr lang="en-US" dirty="0"/>
              <a:t>  (recommended viewing)</a:t>
            </a:r>
          </a:p>
          <a:p>
            <a:pPr lvl="1"/>
            <a:r>
              <a:rPr lang="en-US" dirty="0">
                <a:hlinkClick r:id="rId9"/>
              </a:rPr>
              <a:t>Reviewing the log files for </a:t>
            </a:r>
            <a:r>
              <a:rPr lang="en-US" dirty="0" err="1">
                <a:hlinkClick r:id="rId9"/>
              </a:rPr>
              <a:t>ConfigSync</a:t>
            </a:r>
            <a:r>
              <a:rPr lang="en-US" dirty="0">
                <a:hlinkClick r:id="rId9"/>
              </a:rPr>
              <a:t> error messages</a:t>
            </a:r>
            <a:r>
              <a:rPr lang="en-US" dirty="0"/>
              <a:t> (recommended viewing)</a:t>
            </a:r>
          </a:p>
          <a:p>
            <a:endParaRPr lang="en-US" dirty="0"/>
          </a:p>
        </p:txBody>
      </p:sp>
      <p:sp>
        <p:nvSpPr>
          <p:cNvPr id="3" name="Text Placeholder 2">
            <a:extLst>
              <a:ext uri="{FF2B5EF4-FFF2-40B4-BE49-F238E27FC236}">
                <a16:creationId xmlns:a16="http://schemas.microsoft.com/office/drawing/2014/main" id="{A0819DF1-EC0A-489A-A932-524EBB9A52AF}"/>
              </a:ext>
            </a:extLst>
          </p:cNvPr>
          <p:cNvSpPr>
            <a:spLocks noGrp="1"/>
          </p:cNvSpPr>
          <p:nvPr>
            <p:ph type="body" idx="13"/>
          </p:nvPr>
        </p:nvSpPr>
        <p:spPr/>
        <p:txBody>
          <a:bodyPr/>
          <a:lstStyle/>
          <a:p>
            <a:r>
              <a:rPr lang="en-US" dirty="0">
                <a:hlinkClick r:id="rId10"/>
              </a:rPr>
              <a:t>K13946: Troubleshooting </a:t>
            </a:r>
            <a:r>
              <a:rPr lang="en-US" dirty="0" err="1">
                <a:hlinkClick r:id="rId10"/>
              </a:rPr>
              <a:t>ConfigSync</a:t>
            </a:r>
            <a:r>
              <a:rPr lang="en-US" dirty="0">
                <a:hlinkClick r:id="rId10"/>
              </a:rPr>
              <a:t> and device service clustering issues</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3.10 Report errors which occur during config sync</a:t>
            </a:r>
          </a:p>
        </p:txBody>
      </p:sp>
    </p:spTree>
    <p:extLst>
      <p:ext uri="{BB962C8B-B14F-4D97-AF65-F5344CB8AC3E}">
        <p14:creationId xmlns:p14="http://schemas.microsoft.com/office/powerpoint/2010/main" val="10870350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3.02</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018576"/>
            <a:ext cx="10676140" cy="5344124"/>
          </a:xfrm>
        </p:spPr>
        <p:txBody>
          <a:bodyPr>
            <a:normAutofit/>
          </a:bodyPr>
          <a:lstStyle/>
          <a:p>
            <a:r>
              <a:rPr lang="en-US" sz="2800" dirty="0"/>
              <a:t>Apply procedural concepts required to manage the state of a high availability pair</a:t>
            </a:r>
          </a:p>
          <a:p>
            <a:pPr marL="342900" indent="-342900">
              <a:buFont typeface="Arial" panose="020B0604020202020204" pitchFamily="34" charset="0"/>
              <a:buChar char="•"/>
            </a:pPr>
            <a:r>
              <a:rPr lang="en-US" dirty="0"/>
              <a:t>Report current active/standby failover state</a:t>
            </a:r>
          </a:p>
          <a:p>
            <a:pPr marL="342900" indent="-342900">
              <a:buFont typeface="Arial" panose="020B0604020202020204" pitchFamily="34" charset="0"/>
              <a:buChar char="•"/>
            </a:pPr>
            <a:r>
              <a:rPr lang="en-US" dirty="0"/>
              <a:t>Show device trust status</a:t>
            </a:r>
          </a:p>
          <a:p>
            <a:pPr marL="342900" indent="-342900">
              <a:buFont typeface="Arial" panose="020B0604020202020204" pitchFamily="34" charset="0"/>
              <a:buChar char="•"/>
            </a:pPr>
            <a:r>
              <a:rPr lang="en-US" dirty="0"/>
              <a:t>Execute force to standby procedure</a:t>
            </a:r>
          </a:p>
          <a:p>
            <a:pPr marL="342900" indent="-342900">
              <a:buFont typeface="Arial" panose="020B0604020202020204" pitchFamily="34" charset="0"/>
              <a:buChar char="•"/>
            </a:pPr>
            <a:r>
              <a:rPr lang="en-US" dirty="0"/>
              <a:t>Execute force to offline procedure</a:t>
            </a:r>
          </a:p>
          <a:p>
            <a:endParaRPr lang="en-US" sz="2800" dirty="0"/>
          </a:p>
          <a:p>
            <a:endParaRPr lang="en-US" sz="2800" dirty="0"/>
          </a:p>
        </p:txBody>
      </p:sp>
      <p:sp>
        <p:nvSpPr>
          <p:cNvPr id="4" name="Footer Placeholder 3">
            <a:extLst>
              <a:ext uri="{FF2B5EF4-FFF2-40B4-BE49-F238E27FC236}">
                <a16:creationId xmlns:a16="http://schemas.microsoft.com/office/drawing/2014/main" id="{40082C5D-E4E6-4A42-B9BB-E164CA924520}"/>
              </a:ext>
            </a:extLst>
          </p:cNvPr>
          <p:cNvSpPr>
            <a:spLocks noGrp="1"/>
          </p:cNvSpPr>
          <p:nvPr>
            <p:ph type="ftr" sz="quarter" idx="10"/>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Tree>
    <p:extLst>
      <p:ext uri="{BB962C8B-B14F-4D97-AF65-F5344CB8AC3E}">
        <p14:creationId xmlns:p14="http://schemas.microsoft.com/office/powerpoint/2010/main" val="123617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985087-FCE0-4C99-9CFA-476F1E8B4D29}"/>
              </a:ext>
            </a:extLst>
          </p:cNvPr>
          <p:cNvSpPr>
            <a:spLocks noGrp="1"/>
          </p:cNvSpPr>
          <p:nvPr>
            <p:ph idx="1"/>
          </p:nvPr>
        </p:nvSpPr>
        <p:spPr/>
        <p:txBody>
          <a:bodyPr>
            <a:normAutofit/>
          </a:bodyPr>
          <a:lstStyle/>
          <a:p>
            <a:r>
              <a:rPr lang="en-US" dirty="0"/>
              <a:t>For BIG-IPs to be combined into clusters for high availability, certain things must configured:</a:t>
            </a:r>
          </a:p>
          <a:p>
            <a:pPr lvl="1"/>
            <a:r>
              <a:rPr lang="en-US" dirty="0"/>
              <a:t>BIG-IPs must have a valid device certificate</a:t>
            </a:r>
          </a:p>
          <a:p>
            <a:pPr lvl="1"/>
            <a:r>
              <a:rPr lang="en-US" dirty="0"/>
              <a:t>On the device, IP addressing must be defined for failover</a:t>
            </a:r>
          </a:p>
          <a:p>
            <a:pPr lvl="1"/>
            <a:r>
              <a:rPr lang="en-US" dirty="0"/>
              <a:t>Devices must be place into a trust group</a:t>
            </a:r>
          </a:p>
          <a:p>
            <a:pPr lvl="1"/>
            <a:r>
              <a:rPr lang="en-US" dirty="0"/>
              <a:t>Devices in a trust group and then be place into a failover group</a:t>
            </a:r>
          </a:p>
          <a:p>
            <a:pPr lvl="1"/>
            <a:endParaRPr lang="en-US" dirty="0"/>
          </a:p>
          <a:p>
            <a:endParaRPr lang="en-US" dirty="0"/>
          </a:p>
        </p:txBody>
      </p:sp>
      <p:sp>
        <p:nvSpPr>
          <p:cNvPr id="3" name="Text Placeholder 2">
            <a:extLst>
              <a:ext uri="{FF2B5EF4-FFF2-40B4-BE49-F238E27FC236}">
                <a16:creationId xmlns:a16="http://schemas.microsoft.com/office/drawing/2014/main" id="{9B218D7C-0C3B-4DDF-9B1F-3C2045FD50E4}"/>
              </a:ext>
            </a:extLst>
          </p:cNvPr>
          <p:cNvSpPr>
            <a:spLocks noGrp="1"/>
          </p:cNvSpPr>
          <p:nvPr>
            <p:ph type="body" idx="13"/>
          </p:nvPr>
        </p:nvSpPr>
        <p:spPr>
          <a:xfrm>
            <a:off x="457200" y="1256758"/>
            <a:ext cx="11274552" cy="246221"/>
          </a:xfrm>
        </p:spPr>
        <p:txBody>
          <a:bodyPr/>
          <a:lstStyle/>
          <a:p>
            <a:r>
              <a:rPr lang="en-US" dirty="0">
                <a:hlinkClick r:id="rId3"/>
              </a:rPr>
              <a:t> Manual : BIG-IP Device Service Clustering: Administration</a:t>
            </a:r>
            <a:r>
              <a:rPr lang="en-US" dirty="0"/>
              <a:t> </a:t>
            </a:r>
          </a:p>
        </p:txBody>
      </p:sp>
      <p:sp>
        <p:nvSpPr>
          <p:cNvPr id="4" name="Footer Placeholder 3">
            <a:extLst>
              <a:ext uri="{FF2B5EF4-FFF2-40B4-BE49-F238E27FC236}">
                <a16:creationId xmlns:a16="http://schemas.microsoft.com/office/drawing/2014/main" id="{1CAA9B8A-447A-49F8-90A1-21F405093BA1}"/>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88525544-1CCC-4A66-A0CE-9D69195B2C32}"/>
              </a:ext>
            </a:extLst>
          </p:cNvPr>
          <p:cNvSpPr>
            <a:spLocks noGrp="1"/>
          </p:cNvSpPr>
          <p:nvPr>
            <p:ph type="title"/>
          </p:nvPr>
        </p:nvSpPr>
        <p:spPr/>
        <p:txBody>
          <a:bodyPr/>
          <a:lstStyle/>
          <a:p>
            <a:r>
              <a:rPr lang="en-US" dirty="0"/>
              <a:t>Before we begin:  A little more on Device Service Clusters.</a:t>
            </a:r>
          </a:p>
        </p:txBody>
      </p:sp>
    </p:spTree>
    <p:extLst>
      <p:ext uri="{BB962C8B-B14F-4D97-AF65-F5344CB8AC3E}">
        <p14:creationId xmlns:p14="http://schemas.microsoft.com/office/powerpoint/2010/main" val="39070499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3257777-FFFC-49CF-8AF8-FADDD540CC11}"/>
              </a:ext>
            </a:extLst>
          </p:cNvPr>
          <p:cNvSpPr>
            <a:spLocks noGrp="1"/>
          </p:cNvSpPr>
          <p:nvPr>
            <p:ph idx="1"/>
          </p:nvPr>
        </p:nvSpPr>
        <p:spPr>
          <a:xfrm>
            <a:off x="457199" y="4572267"/>
            <a:ext cx="11274551" cy="1851791"/>
          </a:xfrm>
        </p:spPr>
        <p:txBody>
          <a:bodyPr/>
          <a:lstStyle/>
          <a:p>
            <a:r>
              <a:rPr lang="en-US" dirty="0"/>
              <a:t>Active – there are one of more active traffic groups that can failover</a:t>
            </a:r>
          </a:p>
          <a:p>
            <a:pPr>
              <a:buNone/>
            </a:pPr>
            <a:r>
              <a:rPr lang="en-US" dirty="0"/>
              <a:t>Standby – there are no active traffic groups that can failover</a:t>
            </a:r>
          </a:p>
        </p:txBody>
      </p:sp>
      <p:sp>
        <p:nvSpPr>
          <p:cNvPr id="10" name="Text Placeholder 9">
            <a:extLst>
              <a:ext uri="{FF2B5EF4-FFF2-40B4-BE49-F238E27FC236}">
                <a16:creationId xmlns:a16="http://schemas.microsoft.com/office/drawing/2014/main" id="{427948EF-E9EC-475D-9F94-A50F96666CB7}"/>
              </a:ext>
            </a:extLst>
          </p:cNvPr>
          <p:cNvSpPr>
            <a:spLocks noGrp="1"/>
          </p:cNvSpPr>
          <p:nvPr>
            <p:ph type="body" idx="13"/>
          </p:nvPr>
        </p:nvSpPr>
        <p:spPr/>
        <p:txBody>
          <a:bodyPr/>
          <a:lstStyle/>
          <a:p>
            <a:r>
              <a:rPr lang="en-US" dirty="0">
                <a:hlinkClick r:id="rId3"/>
              </a:rPr>
              <a:t> Manual : BIG-IP Device Service Clustering: Administration</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3.02 Report current active/standby failover state</a:t>
            </a:r>
          </a:p>
        </p:txBody>
      </p:sp>
      <p:pic>
        <p:nvPicPr>
          <p:cNvPr id="2" name="Picture 1">
            <a:extLst>
              <a:ext uri="{FF2B5EF4-FFF2-40B4-BE49-F238E27FC236}">
                <a16:creationId xmlns:a16="http://schemas.microsoft.com/office/drawing/2014/main" id="{C882E626-8A57-4113-A01E-D3D2C5E4DC70}"/>
              </a:ext>
            </a:extLst>
          </p:cNvPr>
          <p:cNvPicPr>
            <a:picLocks noChangeAspect="1"/>
          </p:cNvPicPr>
          <p:nvPr/>
        </p:nvPicPr>
        <p:blipFill>
          <a:blip r:embed="rId4"/>
          <a:stretch>
            <a:fillRect/>
          </a:stretch>
        </p:blipFill>
        <p:spPr>
          <a:xfrm>
            <a:off x="457199" y="1967113"/>
            <a:ext cx="5277748" cy="1974900"/>
          </a:xfrm>
          <a:prstGeom prst="rect">
            <a:avLst/>
          </a:prstGeom>
        </p:spPr>
      </p:pic>
      <p:sp>
        <p:nvSpPr>
          <p:cNvPr id="3" name="TextBox 2">
            <a:extLst>
              <a:ext uri="{FF2B5EF4-FFF2-40B4-BE49-F238E27FC236}">
                <a16:creationId xmlns:a16="http://schemas.microsoft.com/office/drawing/2014/main" id="{E445B155-3F18-4E25-AEE2-49E70F611D55}"/>
              </a:ext>
            </a:extLst>
          </p:cNvPr>
          <p:cNvSpPr txBox="1"/>
          <p:nvPr/>
        </p:nvSpPr>
        <p:spPr>
          <a:xfrm>
            <a:off x="457199" y="4012015"/>
            <a:ext cx="5277748" cy="369332"/>
          </a:xfrm>
          <a:prstGeom prst="rect">
            <a:avLst/>
          </a:prstGeom>
          <a:noFill/>
        </p:spPr>
        <p:txBody>
          <a:bodyPr wrap="square">
            <a:spAutoFit/>
          </a:bodyPr>
          <a:lstStyle/>
          <a:p>
            <a:r>
              <a:rPr lang="en-US" dirty="0"/>
              <a:t>[root@bigip01:</a:t>
            </a:r>
            <a:r>
              <a:rPr lang="en-US" b="1" dirty="0"/>
              <a:t>Active:</a:t>
            </a:r>
            <a:r>
              <a:rPr lang="en-US" dirty="0"/>
              <a:t>In Sync] config #</a:t>
            </a:r>
          </a:p>
        </p:txBody>
      </p:sp>
      <p:pic>
        <p:nvPicPr>
          <p:cNvPr id="12" name="Picture 11">
            <a:extLst>
              <a:ext uri="{FF2B5EF4-FFF2-40B4-BE49-F238E27FC236}">
                <a16:creationId xmlns:a16="http://schemas.microsoft.com/office/drawing/2014/main" id="{DF5E65D9-AA17-4F9C-BD17-A1C2437E6117}"/>
              </a:ext>
            </a:extLst>
          </p:cNvPr>
          <p:cNvPicPr>
            <a:picLocks noChangeAspect="1"/>
          </p:cNvPicPr>
          <p:nvPr/>
        </p:nvPicPr>
        <p:blipFill>
          <a:blip r:embed="rId5"/>
          <a:stretch>
            <a:fillRect/>
          </a:stretch>
        </p:blipFill>
        <p:spPr>
          <a:xfrm>
            <a:off x="6186706" y="1907461"/>
            <a:ext cx="5277748" cy="2081525"/>
          </a:xfrm>
          <a:prstGeom prst="rect">
            <a:avLst/>
          </a:prstGeom>
        </p:spPr>
      </p:pic>
      <p:sp>
        <p:nvSpPr>
          <p:cNvPr id="13" name="TextBox 12">
            <a:extLst>
              <a:ext uri="{FF2B5EF4-FFF2-40B4-BE49-F238E27FC236}">
                <a16:creationId xmlns:a16="http://schemas.microsoft.com/office/drawing/2014/main" id="{BDC07897-8AD6-42C4-A9EC-6A8E431D8E10}"/>
              </a:ext>
            </a:extLst>
          </p:cNvPr>
          <p:cNvSpPr txBox="1"/>
          <p:nvPr/>
        </p:nvSpPr>
        <p:spPr>
          <a:xfrm>
            <a:off x="6186706" y="3988986"/>
            <a:ext cx="5277748" cy="369332"/>
          </a:xfrm>
          <a:prstGeom prst="rect">
            <a:avLst/>
          </a:prstGeom>
          <a:noFill/>
        </p:spPr>
        <p:txBody>
          <a:bodyPr wrap="square">
            <a:spAutoFit/>
          </a:bodyPr>
          <a:lstStyle/>
          <a:p>
            <a:r>
              <a:rPr lang="en-US" dirty="0"/>
              <a:t>[root@bigip02:</a:t>
            </a:r>
            <a:r>
              <a:rPr lang="en-US" b="1" dirty="0"/>
              <a:t>Standby:</a:t>
            </a:r>
            <a:r>
              <a:rPr lang="en-US" dirty="0"/>
              <a:t>In Sync] config #</a:t>
            </a:r>
          </a:p>
        </p:txBody>
      </p:sp>
    </p:spTree>
    <p:extLst>
      <p:ext uri="{BB962C8B-B14F-4D97-AF65-F5344CB8AC3E}">
        <p14:creationId xmlns:p14="http://schemas.microsoft.com/office/powerpoint/2010/main" val="6712225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3.02 Show device trust status</a:t>
            </a:r>
          </a:p>
        </p:txBody>
      </p:sp>
      <p:sp>
        <p:nvSpPr>
          <p:cNvPr id="6" name="Text Placeholder 5">
            <a:extLst>
              <a:ext uri="{FF2B5EF4-FFF2-40B4-BE49-F238E27FC236}">
                <a16:creationId xmlns:a16="http://schemas.microsoft.com/office/drawing/2014/main" id="{276E8BAA-F1FE-46AE-B0EF-692AE1222EC3}"/>
              </a:ext>
            </a:extLst>
          </p:cNvPr>
          <p:cNvSpPr>
            <a:spLocks noGrp="1"/>
          </p:cNvSpPr>
          <p:nvPr>
            <p:ph type="body" idx="13"/>
          </p:nvPr>
        </p:nvSpPr>
        <p:spPr>
          <a:xfrm>
            <a:off x="457200" y="1256758"/>
            <a:ext cx="11274552" cy="246221"/>
          </a:xfrm>
        </p:spPr>
        <p:txBody>
          <a:bodyPr/>
          <a:lstStyle/>
          <a:p>
            <a:r>
              <a:rPr lang="en-US" dirty="0">
                <a:hlinkClick r:id="rId3"/>
              </a:rPr>
              <a:t> Manual Chapter : Managing Device Trust</a:t>
            </a:r>
            <a:r>
              <a:rPr lang="en-US" dirty="0"/>
              <a:t> </a:t>
            </a:r>
          </a:p>
        </p:txBody>
      </p:sp>
      <p:pic>
        <p:nvPicPr>
          <p:cNvPr id="8" name="Picture 7">
            <a:extLst>
              <a:ext uri="{FF2B5EF4-FFF2-40B4-BE49-F238E27FC236}">
                <a16:creationId xmlns:a16="http://schemas.microsoft.com/office/drawing/2014/main" id="{1216FD89-D0B7-4FD8-BCAB-72176AE6469F}"/>
              </a:ext>
            </a:extLst>
          </p:cNvPr>
          <p:cNvPicPr>
            <a:picLocks noChangeAspect="1"/>
          </p:cNvPicPr>
          <p:nvPr/>
        </p:nvPicPr>
        <p:blipFill>
          <a:blip r:embed="rId4"/>
          <a:stretch>
            <a:fillRect/>
          </a:stretch>
        </p:blipFill>
        <p:spPr>
          <a:xfrm>
            <a:off x="185333" y="1744552"/>
            <a:ext cx="6745486" cy="4121285"/>
          </a:xfrm>
          <a:prstGeom prst="rect">
            <a:avLst/>
          </a:prstGeom>
        </p:spPr>
      </p:pic>
      <p:sp>
        <p:nvSpPr>
          <p:cNvPr id="10" name="TextBox 9">
            <a:extLst>
              <a:ext uri="{FF2B5EF4-FFF2-40B4-BE49-F238E27FC236}">
                <a16:creationId xmlns:a16="http://schemas.microsoft.com/office/drawing/2014/main" id="{0754359D-082A-4895-8CCB-F48E391BEC3D}"/>
              </a:ext>
            </a:extLst>
          </p:cNvPr>
          <p:cNvSpPr txBox="1"/>
          <p:nvPr/>
        </p:nvSpPr>
        <p:spPr>
          <a:xfrm>
            <a:off x="6930818" y="1379868"/>
            <a:ext cx="6094140" cy="4893647"/>
          </a:xfrm>
          <a:prstGeom prst="rect">
            <a:avLst/>
          </a:prstGeom>
          <a:noFill/>
        </p:spPr>
        <p:txBody>
          <a:bodyPr wrap="square">
            <a:spAutoFit/>
          </a:bodyPr>
          <a:lstStyle/>
          <a:p>
            <a:r>
              <a:rPr lang="en-US" sz="1200" dirty="0">
                <a:latin typeface="Consolas" panose="020B0609020204030204" pitchFamily="49" charset="0"/>
              </a:rPr>
              <a:t>(</a:t>
            </a:r>
            <a:r>
              <a:rPr lang="en-US" sz="1200" dirty="0" err="1">
                <a:latin typeface="Consolas" panose="020B0609020204030204" pitchFamily="49" charset="0"/>
              </a:rPr>
              <a:t>tmos</a:t>
            </a:r>
            <a:r>
              <a:rPr lang="en-US" sz="1200" dirty="0">
                <a:latin typeface="Consolas" panose="020B0609020204030204" pitchFamily="49" charset="0"/>
              </a:rPr>
              <a:t>)# show cm device-group </a:t>
            </a:r>
            <a:r>
              <a:rPr lang="en-US" sz="1200" dirty="0" err="1">
                <a:latin typeface="Consolas" panose="020B0609020204030204" pitchFamily="49" charset="0"/>
              </a:rPr>
              <a:t>device_trust_group</a:t>
            </a:r>
            <a:endParaRPr lang="en-US" sz="1200" dirty="0">
              <a:latin typeface="Consolas" panose="020B0609020204030204" pitchFamily="49" charset="0"/>
            </a:endParaRPr>
          </a:p>
          <a:p>
            <a:endParaRPr lang="en-US" sz="1200" dirty="0">
              <a:latin typeface="Consolas" panose="020B0609020204030204" pitchFamily="49" charset="0"/>
            </a:endParaRPr>
          </a:p>
          <a:p>
            <a:r>
              <a:rPr lang="en-US" sz="1200" dirty="0">
                <a:latin typeface="Consolas" panose="020B0609020204030204" pitchFamily="49" charset="0"/>
              </a:rPr>
              <a:t>-----------------------------------------------------------</a:t>
            </a:r>
          </a:p>
          <a:p>
            <a:r>
              <a:rPr lang="en-US" sz="1200" dirty="0">
                <a:latin typeface="Consolas" panose="020B0609020204030204" pitchFamily="49" charset="0"/>
              </a:rPr>
              <a:t>CM::Device-Group</a:t>
            </a:r>
          </a:p>
          <a:p>
            <a:r>
              <a:rPr lang="en-US" sz="1200" dirty="0">
                <a:latin typeface="Consolas" panose="020B0609020204030204" pitchFamily="49" charset="0"/>
              </a:rPr>
              <a:t>-----------------------------------------------------------</a:t>
            </a:r>
          </a:p>
          <a:p>
            <a:r>
              <a:rPr lang="en-US" sz="1200" dirty="0">
                <a:latin typeface="Consolas" panose="020B0609020204030204" pitchFamily="49" charset="0"/>
              </a:rPr>
              <a:t>Group Name                       </a:t>
            </a:r>
            <a:r>
              <a:rPr lang="en-US" sz="1200" dirty="0" err="1">
                <a:latin typeface="Consolas" panose="020B0609020204030204" pitchFamily="49" charset="0"/>
              </a:rPr>
              <a:t>device_trust_group</a:t>
            </a:r>
            <a:endParaRPr lang="en-US" sz="1200" dirty="0">
              <a:latin typeface="Consolas" panose="020B0609020204030204" pitchFamily="49" charset="0"/>
            </a:endParaRPr>
          </a:p>
          <a:p>
            <a:r>
              <a:rPr lang="en-US" sz="1200" dirty="0">
                <a:latin typeface="Consolas" panose="020B0609020204030204" pitchFamily="49" charset="0"/>
              </a:rPr>
              <a:t>Member Name                      bigip01.f5demo.com</a:t>
            </a:r>
          </a:p>
          <a:p>
            <a:r>
              <a:rPr lang="en-US" sz="1200" dirty="0">
                <a:latin typeface="Consolas" panose="020B0609020204030204" pitchFamily="49" charset="0"/>
              </a:rPr>
              <a:t>Time Since Last Sync (HH:MM:SS)  50:27:21</a:t>
            </a:r>
          </a:p>
          <a:p>
            <a:r>
              <a:rPr lang="en-US" sz="1200" dirty="0">
                <a:latin typeface="Consolas" panose="020B0609020204030204" pitchFamily="49" charset="0"/>
              </a:rPr>
              <a:t>Last Sync Type                   full-load-auto-sync</a:t>
            </a:r>
          </a:p>
          <a:p>
            <a:r>
              <a:rPr lang="en-US" sz="1200" dirty="0">
                <a:latin typeface="Consolas" panose="020B0609020204030204" pitchFamily="49" charset="0"/>
              </a:rPr>
              <a:t>CID Originator                   /Common/bigip02.f5demo.com</a:t>
            </a:r>
          </a:p>
          <a:p>
            <a:r>
              <a:rPr lang="en-US" sz="1200" dirty="0">
                <a:latin typeface="Consolas" panose="020B0609020204030204" pitchFamily="49" charset="0"/>
              </a:rPr>
              <a:t>CID Time (UTC)                   2020-Aug-05 18:53:10</a:t>
            </a:r>
          </a:p>
          <a:p>
            <a:r>
              <a:rPr lang="en-US" sz="1200" dirty="0">
                <a:latin typeface="Consolas" panose="020B0609020204030204" pitchFamily="49" charset="0"/>
              </a:rPr>
              <a:t>LSS Originator                   /Common/bigip02.f5demo.com</a:t>
            </a:r>
          </a:p>
          <a:p>
            <a:r>
              <a:rPr lang="en-US" sz="1200" dirty="0">
                <a:latin typeface="Consolas" panose="020B0609020204030204" pitchFamily="49" charset="0"/>
              </a:rPr>
              <a:t>LSS Time (UTC)                   2020-Aug-05 18:53:10</a:t>
            </a:r>
          </a:p>
          <a:p>
            <a:endParaRPr lang="en-US" sz="1200" dirty="0">
              <a:latin typeface="Consolas" panose="020B0609020204030204" pitchFamily="49" charset="0"/>
            </a:endParaRPr>
          </a:p>
          <a:p>
            <a:r>
              <a:rPr lang="en-US" sz="1200" dirty="0">
                <a:latin typeface="Consolas" panose="020B0609020204030204" pitchFamily="49" charset="0"/>
              </a:rPr>
              <a:t>-----------------------------------------------------------</a:t>
            </a:r>
          </a:p>
          <a:p>
            <a:r>
              <a:rPr lang="en-US" sz="1200" dirty="0">
                <a:latin typeface="Consolas" panose="020B0609020204030204" pitchFamily="49" charset="0"/>
              </a:rPr>
              <a:t>CM::Device-Group</a:t>
            </a:r>
          </a:p>
          <a:p>
            <a:r>
              <a:rPr lang="en-US" sz="1200" dirty="0">
                <a:latin typeface="Consolas" panose="020B0609020204030204" pitchFamily="49" charset="0"/>
              </a:rPr>
              <a:t>-----------------------------------------------------------</a:t>
            </a:r>
          </a:p>
          <a:p>
            <a:r>
              <a:rPr lang="en-US" sz="1200" dirty="0">
                <a:latin typeface="Consolas" panose="020B0609020204030204" pitchFamily="49" charset="0"/>
              </a:rPr>
              <a:t>Group Name                       </a:t>
            </a:r>
            <a:r>
              <a:rPr lang="en-US" sz="1200" dirty="0" err="1">
                <a:latin typeface="Consolas" panose="020B0609020204030204" pitchFamily="49" charset="0"/>
              </a:rPr>
              <a:t>device_trust_group</a:t>
            </a:r>
            <a:endParaRPr lang="en-US" sz="1200" dirty="0">
              <a:latin typeface="Consolas" panose="020B0609020204030204" pitchFamily="49" charset="0"/>
            </a:endParaRPr>
          </a:p>
          <a:p>
            <a:r>
              <a:rPr lang="en-US" sz="1200" dirty="0">
                <a:latin typeface="Consolas" panose="020B0609020204030204" pitchFamily="49" charset="0"/>
              </a:rPr>
              <a:t>Member Name                      bigip02.f5demo.com</a:t>
            </a:r>
          </a:p>
          <a:p>
            <a:r>
              <a:rPr lang="en-US" sz="1200" dirty="0">
                <a:latin typeface="Consolas" panose="020B0609020204030204" pitchFamily="49" charset="0"/>
              </a:rPr>
              <a:t>Time Since Last Sync (HH:MM:SS)  -</a:t>
            </a:r>
          </a:p>
          <a:p>
            <a:r>
              <a:rPr lang="en-US" sz="1200" dirty="0">
                <a:latin typeface="Consolas" panose="020B0609020204030204" pitchFamily="49" charset="0"/>
              </a:rPr>
              <a:t>Last Sync Type                   none</a:t>
            </a:r>
          </a:p>
          <a:p>
            <a:r>
              <a:rPr lang="en-US" sz="1200" dirty="0">
                <a:latin typeface="Consolas" panose="020B0609020204030204" pitchFamily="49" charset="0"/>
              </a:rPr>
              <a:t>CID Originator                   /Common/bigip02.f5demo.com</a:t>
            </a:r>
          </a:p>
          <a:p>
            <a:r>
              <a:rPr lang="en-US" sz="1200" dirty="0">
                <a:latin typeface="Consolas" panose="020B0609020204030204" pitchFamily="49" charset="0"/>
              </a:rPr>
              <a:t>CID Time (UTC)                   2020-Aug-05 18:53:10</a:t>
            </a:r>
          </a:p>
          <a:p>
            <a:r>
              <a:rPr lang="en-US" sz="1200" dirty="0">
                <a:latin typeface="Consolas" panose="020B0609020204030204" pitchFamily="49" charset="0"/>
              </a:rPr>
              <a:t>LSS Originator                   /Common/bigip02.f5demo.com</a:t>
            </a:r>
          </a:p>
          <a:p>
            <a:r>
              <a:rPr lang="en-US" sz="1200" dirty="0">
                <a:latin typeface="Consolas" panose="020B0609020204030204" pitchFamily="49" charset="0"/>
              </a:rPr>
              <a:t>LSS Time (UTC)                   2020-Aug-05 18:53:10</a:t>
            </a:r>
          </a:p>
          <a:p>
            <a:endParaRPr lang="en-US" sz="1200" dirty="0">
              <a:latin typeface="Consolas" panose="020B0609020204030204" pitchFamily="49" charset="0"/>
            </a:endParaRPr>
          </a:p>
        </p:txBody>
      </p:sp>
    </p:spTree>
    <p:extLst>
      <p:ext uri="{BB962C8B-B14F-4D97-AF65-F5344CB8AC3E}">
        <p14:creationId xmlns:p14="http://schemas.microsoft.com/office/powerpoint/2010/main" val="38047165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89421A1-D99E-4C65-8EED-AE074E684E0C}"/>
              </a:ext>
            </a:extLst>
          </p:cNvPr>
          <p:cNvSpPr>
            <a:spLocks noGrp="1"/>
          </p:cNvSpPr>
          <p:nvPr>
            <p:ph idx="1"/>
          </p:nvPr>
        </p:nvSpPr>
        <p:spPr>
          <a:xfrm>
            <a:off x="457200" y="1856921"/>
            <a:ext cx="5778734" cy="4456946"/>
          </a:xfrm>
        </p:spPr>
        <p:txBody>
          <a:bodyPr>
            <a:normAutofit/>
          </a:bodyPr>
          <a:lstStyle/>
          <a:p>
            <a:r>
              <a:rPr lang="en-US" dirty="0"/>
              <a:t>(</a:t>
            </a:r>
            <a:r>
              <a:rPr lang="en-US" dirty="0" err="1"/>
              <a:t>tmos</a:t>
            </a:r>
            <a:r>
              <a:rPr lang="en-US" dirty="0"/>
              <a:t>)# run sys failover</a:t>
            </a:r>
          </a:p>
          <a:p>
            <a:r>
              <a:rPr lang="en-US" sz="1600" dirty="0">
                <a:latin typeface="Consolas" panose="020B0609020204030204" pitchFamily="49" charset="0"/>
              </a:rPr>
              <a:t>offline 	Changes the status of a unit or cluster to 	Forced Offline. If persist or no-persist are 	not specified, the change in status will be 	persisted in-between system restarts.</a:t>
            </a:r>
          </a:p>
          <a:p>
            <a:r>
              <a:rPr lang="en-US" sz="1600" dirty="0">
                <a:latin typeface="Consolas" panose="020B0609020204030204" pitchFamily="49" charset="0"/>
              </a:rPr>
              <a:t>online	Changes the status of a unit or cluster from	Forced Offline to either Active or Standby,	depending upon the status of the other unit 	or cluster in a redundant pair.</a:t>
            </a:r>
          </a:p>
          <a:p>
            <a:r>
              <a:rPr lang="en-US" sz="1600" dirty="0">
                <a:latin typeface="Consolas" panose="020B0609020204030204" pitchFamily="49" charset="0"/>
              </a:rPr>
              <a:t>standby Specifies that the active unit or 	cluster	fails over to a Standby state, causing the 	standby unit or cluster to become Active.</a:t>
            </a:r>
          </a:p>
        </p:txBody>
      </p:sp>
      <p:sp>
        <p:nvSpPr>
          <p:cNvPr id="2" name="Text Placeholder 1">
            <a:extLst>
              <a:ext uri="{FF2B5EF4-FFF2-40B4-BE49-F238E27FC236}">
                <a16:creationId xmlns:a16="http://schemas.microsoft.com/office/drawing/2014/main" id="{088CC81F-81C7-44DE-8C80-A6CFE79F9CD6}"/>
              </a:ext>
            </a:extLst>
          </p:cNvPr>
          <p:cNvSpPr>
            <a:spLocks noGrp="1"/>
          </p:cNvSpPr>
          <p:nvPr>
            <p:ph type="body" idx="13"/>
          </p:nvPr>
        </p:nvSpPr>
        <p:spPr>
          <a:xfrm>
            <a:off x="457200" y="1256758"/>
            <a:ext cx="11274552" cy="246221"/>
          </a:xfrm>
        </p:spPr>
        <p:txBody>
          <a:bodyPr/>
          <a:lstStyle/>
          <a:p>
            <a:r>
              <a:rPr lang="en-US" dirty="0">
                <a:hlinkClick r:id="rId3"/>
              </a:rPr>
              <a:t> Manual : BIG-IP Device Service Clustering: Administration</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3.02 Execute force to standby  or offline procedure</a:t>
            </a:r>
          </a:p>
        </p:txBody>
      </p:sp>
      <p:pic>
        <p:nvPicPr>
          <p:cNvPr id="1026" name="Picture 2">
            <a:extLst>
              <a:ext uri="{FF2B5EF4-FFF2-40B4-BE49-F238E27FC236}">
                <a16:creationId xmlns:a16="http://schemas.microsoft.com/office/drawing/2014/main" id="{723C14BB-6843-460B-943A-812D34C24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5933" y="1488427"/>
            <a:ext cx="5718843" cy="486681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Right 5">
            <a:extLst>
              <a:ext uri="{FF2B5EF4-FFF2-40B4-BE49-F238E27FC236}">
                <a16:creationId xmlns:a16="http://schemas.microsoft.com/office/drawing/2014/main" id="{8E2DB17A-391E-47DD-85C9-D678CB94B19F}"/>
              </a:ext>
            </a:extLst>
          </p:cNvPr>
          <p:cNvSpPr/>
          <p:nvPr/>
        </p:nvSpPr>
        <p:spPr>
          <a:xfrm>
            <a:off x="5402363" y="1687928"/>
            <a:ext cx="836342" cy="524889"/>
          </a:xfrm>
          <a:prstGeom prst="rightArrow">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
        <p:nvSpPr>
          <p:cNvPr id="7" name="Rectangle 6">
            <a:extLst>
              <a:ext uri="{FF2B5EF4-FFF2-40B4-BE49-F238E27FC236}">
                <a16:creationId xmlns:a16="http://schemas.microsoft.com/office/drawing/2014/main" id="{B204825E-6415-4DC9-A846-27B0DEB2A8C2}"/>
              </a:ext>
            </a:extLst>
          </p:cNvPr>
          <p:cNvSpPr/>
          <p:nvPr/>
        </p:nvSpPr>
        <p:spPr>
          <a:xfrm>
            <a:off x="8742556" y="6066263"/>
            <a:ext cx="1984917" cy="20072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12494072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985087-FCE0-4C99-9CFA-476F1E8B4D29}"/>
              </a:ext>
            </a:extLst>
          </p:cNvPr>
          <p:cNvSpPr>
            <a:spLocks noGrp="1"/>
          </p:cNvSpPr>
          <p:nvPr>
            <p:ph idx="1"/>
          </p:nvPr>
        </p:nvSpPr>
        <p:spPr/>
        <p:txBody>
          <a:bodyPr>
            <a:normAutofit/>
          </a:bodyPr>
          <a:lstStyle/>
          <a:p>
            <a:r>
              <a:rPr lang="en-US" dirty="0"/>
              <a:t>Device Service Clusters (DSCs) can consist of more than two BIG-IPs supporting each other</a:t>
            </a:r>
          </a:p>
          <a:p>
            <a:pPr lvl="1"/>
            <a:r>
              <a:rPr lang="en-US" dirty="0"/>
              <a:t>Know where to find where failover objects on BIG-IP in the DSC will fail to</a:t>
            </a:r>
          </a:p>
          <a:p>
            <a:pPr lvl="1"/>
            <a:r>
              <a:rPr lang="en-US" dirty="0"/>
              <a:t>Understand the difference between Active-Standby and Active-Active</a:t>
            </a:r>
          </a:p>
          <a:p>
            <a:r>
              <a:rPr lang="en-US" dirty="0"/>
              <a:t>You probably should have a working knowledge of Device Trust and the Device Trust Group</a:t>
            </a:r>
          </a:p>
          <a:p>
            <a:r>
              <a:rPr lang="en-US" dirty="0"/>
              <a:t>Have a working knowledge of mirroring. </a:t>
            </a:r>
          </a:p>
          <a:p>
            <a:pPr lvl="1"/>
            <a:r>
              <a:rPr lang="en-US" dirty="0"/>
              <a:t>SNAT</a:t>
            </a:r>
          </a:p>
          <a:p>
            <a:pPr lvl="1"/>
            <a:r>
              <a:rPr lang="en-US" dirty="0"/>
              <a:t>Persistence</a:t>
            </a:r>
          </a:p>
          <a:p>
            <a:pPr lvl="2"/>
            <a:r>
              <a:rPr lang="en-US" dirty="0"/>
              <a:t>Only if persistence records are kept locally on the BIG-IP, not necessary for Cookie persistence.</a:t>
            </a:r>
          </a:p>
          <a:p>
            <a:pPr lvl="1"/>
            <a:r>
              <a:rPr lang="en-US" dirty="0"/>
              <a:t>Connection Table</a:t>
            </a:r>
          </a:p>
          <a:p>
            <a:pPr lvl="2"/>
            <a:r>
              <a:rPr lang="en-US" dirty="0"/>
              <a:t>Only for long term connections, </a:t>
            </a:r>
            <a:r>
              <a:rPr lang="en-US" dirty="0" err="1"/>
              <a:t>ie</a:t>
            </a:r>
            <a:r>
              <a:rPr lang="en-US" dirty="0"/>
              <a:t>. FTP, resource intensive</a:t>
            </a:r>
          </a:p>
          <a:p>
            <a:endParaRPr lang="en-US" dirty="0"/>
          </a:p>
        </p:txBody>
      </p:sp>
      <p:sp>
        <p:nvSpPr>
          <p:cNvPr id="3" name="Text Placeholder 2">
            <a:extLst>
              <a:ext uri="{FF2B5EF4-FFF2-40B4-BE49-F238E27FC236}">
                <a16:creationId xmlns:a16="http://schemas.microsoft.com/office/drawing/2014/main" id="{9B218D7C-0C3B-4DDF-9B1F-3C2045FD50E4}"/>
              </a:ext>
            </a:extLst>
          </p:cNvPr>
          <p:cNvSpPr>
            <a:spLocks noGrp="1"/>
          </p:cNvSpPr>
          <p:nvPr>
            <p:ph type="body" idx="13"/>
          </p:nvPr>
        </p:nvSpPr>
        <p:spPr>
          <a:xfrm>
            <a:off x="457200" y="1256758"/>
            <a:ext cx="11274552" cy="492443"/>
          </a:xfrm>
        </p:spPr>
        <p:txBody>
          <a:bodyPr/>
          <a:lstStyle/>
          <a:p>
            <a:r>
              <a:rPr lang="en-US" dirty="0">
                <a:hlinkClick r:id="rId3"/>
              </a:rPr>
              <a:t> Manual : BIG-IP Device Service Clustering: Administration</a:t>
            </a:r>
            <a:r>
              <a:rPr lang="en-US" dirty="0"/>
              <a:t> </a:t>
            </a:r>
          </a:p>
          <a:p>
            <a:endParaRPr lang="en-US" dirty="0"/>
          </a:p>
        </p:txBody>
      </p:sp>
      <p:sp>
        <p:nvSpPr>
          <p:cNvPr id="4" name="Footer Placeholder 3">
            <a:extLst>
              <a:ext uri="{FF2B5EF4-FFF2-40B4-BE49-F238E27FC236}">
                <a16:creationId xmlns:a16="http://schemas.microsoft.com/office/drawing/2014/main" id="{1CAA9B8A-447A-49F8-90A1-21F405093BA1}"/>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88525544-1CCC-4A66-A0CE-9D69195B2C32}"/>
              </a:ext>
            </a:extLst>
          </p:cNvPr>
          <p:cNvSpPr>
            <a:spLocks noGrp="1"/>
          </p:cNvSpPr>
          <p:nvPr>
            <p:ph type="title"/>
          </p:nvPr>
        </p:nvSpPr>
        <p:spPr/>
        <p:txBody>
          <a:bodyPr/>
          <a:lstStyle/>
          <a:p>
            <a:r>
              <a:rPr lang="en-US" dirty="0"/>
              <a:t>Other HA concepts not explicitly called out in the blueprint</a:t>
            </a:r>
          </a:p>
        </p:txBody>
      </p:sp>
    </p:spTree>
    <p:extLst>
      <p:ext uri="{BB962C8B-B14F-4D97-AF65-F5344CB8AC3E}">
        <p14:creationId xmlns:p14="http://schemas.microsoft.com/office/powerpoint/2010/main" val="3969293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985087-FCE0-4C99-9CFA-476F1E8B4D29}"/>
              </a:ext>
            </a:extLst>
          </p:cNvPr>
          <p:cNvSpPr>
            <a:spLocks noGrp="1"/>
          </p:cNvSpPr>
          <p:nvPr>
            <p:ph idx="1"/>
          </p:nvPr>
        </p:nvSpPr>
        <p:spPr>
          <a:xfrm>
            <a:off x="457200" y="1690531"/>
            <a:ext cx="6105638" cy="4733528"/>
          </a:xfrm>
        </p:spPr>
        <p:txBody>
          <a:bodyPr>
            <a:normAutofit/>
          </a:bodyPr>
          <a:lstStyle/>
          <a:p>
            <a:r>
              <a:rPr lang="en-US" dirty="0"/>
              <a:t>Devices (Self)</a:t>
            </a:r>
          </a:p>
          <a:p>
            <a:pPr lvl="1"/>
            <a:r>
              <a:rPr lang="en-US" dirty="0"/>
              <a:t>On the (Self) Device, which is the device you are on there are several configuration items you show know</a:t>
            </a:r>
          </a:p>
          <a:p>
            <a:pPr lvl="2"/>
            <a:r>
              <a:rPr lang="en-US" dirty="0"/>
              <a:t>These must be configured prior to building the device trust group</a:t>
            </a:r>
          </a:p>
          <a:p>
            <a:pPr lvl="1"/>
            <a:r>
              <a:rPr lang="en-US" dirty="0" err="1"/>
              <a:t>ConfigSync</a:t>
            </a:r>
            <a:r>
              <a:rPr lang="en-US" dirty="0"/>
              <a:t> - IP address the BIG-IP listens for synchronizing configuration changes (TCP port 4353)</a:t>
            </a:r>
          </a:p>
          <a:p>
            <a:pPr lvl="1"/>
            <a:r>
              <a:rPr lang="en-US" dirty="0"/>
              <a:t>Failover Network - IP address the BIG-IP uses to send and receive polls to determine the state of other BIG-IPs in the cluster (TCP port 1026)</a:t>
            </a:r>
          </a:p>
          <a:p>
            <a:pPr lvl="1"/>
            <a:r>
              <a:rPr lang="en-US" dirty="0"/>
              <a:t>Mirroring - IP address where mirrored information is sent and received</a:t>
            </a:r>
          </a:p>
          <a:p>
            <a:endParaRPr lang="en-US" dirty="0"/>
          </a:p>
        </p:txBody>
      </p:sp>
      <p:sp>
        <p:nvSpPr>
          <p:cNvPr id="3" name="Text Placeholder 2">
            <a:extLst>
              <a:ext uri="{FF2B5EF4-FFF2-40B4-BE49-F238E27FC236}">
                <a16:creationId xmlns:a16="http://schemas.microsoft.com/office/drawing/2014/main" id="{9B218D7C-0C3B-4DDF-9B1F-3C2045FD50E4}"/>
              </a:ext>
            </a:extLst>
          </p:cNvPr>
          <p:cNvSpPr>
            <a:spLocks noGrp="1"/>
          </p:cNvSpPr>
          <p:nvPr>
            <p:ph type="body" idx="13"/>
          </p:nvPr>
        </p:nvSpPr>
        <p:spPr>
          <a:xfrm>
            <a:off x="457200" y="1256758"/>
            <a:ext cx="11274552" cy="492443"/>
          </a:xfrm>
        </p:spPr>
        <p:txBody>
          <a:bodyPr/>
          <a:lstStyle/>
          <a:p>
            <a:r>
              <a:rPr lang="en-US" dirty="0">
                <a:hlinkClick r:id="rId3"/>
              </a:rPr>
              <a:t> Manual : BIG-IP Device Service Clustering: Administration</a:t>
            </a:r>
            <a:r>
              <a:rPr lang="en-US" dirty="0"/>
              <a:t> </a:t>
            </a:r>
          </a:p>
          <a:p>
            <a:endParaRPr lang="en-US" dirty="0"/>
          </a:p>
        </p:txBody>
      </p:sp>
      <p:sp>
        <p:nvSpPr>
          <p:cNvPr id="4" name="Footer Placeholder 3">
            <a:extLst>
              <a:ext uri="{FF2B5EF4-FFF2-40B4-BE49-F238E27FC236}">
                <a16:creationId xmlns:a16="http://schemas.microsoft.com/office/drawing/2014/main" id="{1CAA9B8A-447A-49F8-90A1-21F405093BA1}"/>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88525544-1CCC-4A66-A0CE-9D69195B2C32}"/>
              </a:ext>
            </a:extLst>
          </p:cNvPr>
          <p:cNvSpPr>
            <a:spLocks noGrp="1"/>
          </p:cNvSpPr>
          <p:nvPr>
            <p:ph type="title"/>
          </p:nvPr>
        </p:nvSpPr>
        <p:spPr/>
        <p:txBody>
          <a:bodyPr/>
          <a:lstStyle/>
          <a:p>
            <a:r>
              <a:rPr lang="en-US" dirty="0"/>
              <a:t>Other HA concepts not explicitly called out in the blueprint</a:t>
            </a:r>
          </a:p>
        </p:txBody>
      </p:sp>
      <p:pic>
        <p:nvPicPr>
          <p:cNvPr id="7" name="Picture 2">
            <a:extLst>
              <a:ext uri="{FF2B5EF4-FFF2-40B4-BE49-F238E27FC236}">
                <a16:creationId xmlns:a16="http://schemas.microsoft.com/office/drawing/2014/main" id="{B756237F-FA00-4CE9-9CF6-32E7BA570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2837" y="1690531"/>
            <a:ext cx="5449089" cy="463724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917358C-5530-41FA-AFDF-9F176393A38A}"/>
              </a:ext>
            </a:extLst>
          </p:cNvPr>
          <p:cNvSpPr/>
          <p:nvPr/>
        </p:nvSpPr>
        <p:spPr>
          <a:xfrm>
            <a:off x="9124949" y="2466975"/>
            <a:ext cx="2238375" cy="3143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dirty="0" err="1">
              <a:solidFill>
                <a:schemeClr val="bg1"/>
              </a:solidFill>
              <a:latin typeface="+mj-lt"/>
            </a:endParaRPr>
          </a:p>
        </p:txBody>
      </p:sp>
    </p:spTree>
    <p:extLst>
      <p:ext uri="{BB962C8B-B14F-4D97-AF65-F5344CB8AC3E}">
        <p14:creationId xmlns:p14="http://schemas.microsoft.com/office/powerpoint/2010/main" val="34663416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5641346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2.06</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Apply concepts required to use BIG-IP functionality to fulfill security requirements </a:t>
            </a:r>
          </a:p>
          <a:p>
            <a:pPr marL="342900" indent="-342900">
              <a:buFont typeface="Arial" panose="020B0604020202020204" pitchFamily="34" charset="0"/>
              <a:buChar char="•"/>
            </a:pPr>
            <a:r>
              <a:rPr lang="en-US" dirty="0"/>
              <a:t>Make use of port lockdown</a:t>
            </a:r>
          </a:p>
          <a:p>
            <a:pPr marL="342900" indent="-342900">
              <a:buFont typeface="Arial" panose="020B0604020202020204" pitchFamily="34" charset="0"/>
              <a:buChar char="•"/>
            </a:pPr>
            <a:r>
              <a:rPr lang="en-US" dirty="0"/>
              <a:t>Demonstrate how to restrict access to management interface</a:t>
            </a:r>
          </a:p>
          <a:p>
            <a:pPr marL="342900" indent="-342900">
              <a:buFont typeface="Arial" panose="020B0604020202020204" pitchFamily="34" charset="0"/>
              <a:buChar char="•"/>
            </a:pPr>
            <a:r>
              <a:rPr lang="en-US" dirty="0"/>
              <a:t>Demonstrate how to restrict access to virtual servers</a:t>
            </a:r>
          </a:p>
          <a:p>
            <a:endParaRPr lang="en-US" sz="2800" dirty="0"/>
          </a:p>
        </p:txBody>
      </p:sp>
    </p:spTree>
    <p:extLst>
      <p:ext uri="{BB962C8B-B14F-4D97-AF65-F5344CB8AC3E}">
        <p14:creationId xmlns:p14="http://schemas.microsoft.com/office/powerpoint/2010/main" val="28673585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405DCD-F2AC-43C5-BDD9-FFAB6CE6809C}"/>
              </a:ext>
            </a:extLst>
          </p:cNvPr>
          <p:cNvSpPr>
            <a:spLocks noGrp="1"/>
          </p:cNvSpPr>
          <p:nvPr>
            <p:ph idx="1"/>
          </p:nvPr>
        </p:nvSpPr>
        <p:spPr>
          <a:xfrm>
            <a:off x="457200" y="1967113"/>
            <a:ext cx="7250596" cy="4456946"/>
          </a:xfrm>
        </p:spPr>
        <p:txBody>
          <a:bodyPr/>
          <a:lstStyle/>
          <a:p>
            <a:r>
              <a:rPr lang="en-US" dirty="0"/>
              <a:t>Port Lockdown determines which ports a self IP address will respond too</a:t>
            </a:r>
          </a:p>
          <a:p>
            <a:pPr lvl="1"/>
            <a:r>
              <a:rPr lang="en-US" dirty="0"/>
              <a:t>By default Port Lockdown is none, the self IP only responds to ICMP</a:t>
            </a:r>
          </a:p>
          <a:p>
            <a:r>
              <a:rPr lang="en-US" dirty="0"/>
              <a:t>Port Lockdown settings can be modified to allow other traffic, such as, port 443 or 22 for management</a:t>
            </a:r>
          </a:p>
          <a:p>
            <a:endParaRPr lang="en-US" dirty="0"/>
          </a:p>
        </p:txBody>
      </p:sp>
      <p:sp>
        <p:nvSpPr>
          <p:cNvPr id="3" name="Text Placeholder 2">
            <a:extLst>
              <a:ext uri="{FF2B5EF4-FFF2-40B4-BE49-F238E27FC236}">
                <a16:creationId xmlns:a16="http://schemas.microsoft.com/office/drawing/2014/main" id="{D464E29C-7BC9-4B8F-B80E-C92730852DDE}"/>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3.03 Interpret port lockdown settings to Self-IP</a:t>
            </a:r>
          </a:p>
        </p:txBody>
      </p:sp>
      <p:pic>
        <p:nvPicPr>
          <p:cNvPr id="7" name="Picture 6">
            <a:extLst>
              <a:ext uri="{FF2B5EF4-FFF2-40B4-BE49-F238E27FC236}">
                <a16:creationId xmlns:a16="http://schemas.microsoft.com/office/drawing/2014/main" id="{2634450E-527D-4115-B04C-BFADD5156558}"/>
              </a:ext>
            </a:extLst>
          </p:cNvPr>
          <p:cNvPicPr>
            <a:picLocks noChangeAspect="1"/>
          </p:cNvPicPr>
          <p:nvPr/>
        </p:nvPicPr>
        <p:blipFill>
          <a:blip r:embed="rId2"/>
          <a:stretch>
            <a:fillRect/>
          </a:stretch>
        </p:blipFill>
        <p:spPr>
          <a:xfrm>
            <a:off x="457200" y="3874888"/>
            <a:ext cx="6494435" cy="2312832"/>
          </a:xfrm>
          <a:prstGeom prst="rect">
            <a:avLst/>
          </a:prstGeom>
        </p:spPr>
      </p:pic>
      <p:pic>
        <p:nvPicPr>
          <p:cNvPr id="9" name="Picture 8">
            <a:extLst>
              <a:ext uri="{FF2B5EF4-FFF2-40B4-BE49-F238E27FC236}">
                <a16:creationId xmlns:a16="http://schemas.microsoft.com/office/drawing/2014/main" id="{D4133BDC-540D-4DFB-80C9-6A63EEC17833}"/>
              </a:ext>
            </a:extLst>
          </p:cNvPr>
          <p:cNvPicPr>
            <a:picLocks noChangeAspect="1"/>
          </p:cNvPicPr>
          <p:nvPr/>
        </p:nvPicPr>
        <p:blipFill>
          <a:blip r:embed="rId3"/>
          <a:stretch>
            <a:fillRect/>
          </a:stretch>
        </p:blipFill>
        <p:spPr>
          <a:xfrm>
            <a:off x="7707795" y="2614411"/>
            <a:ext cx="4270751" cy="3573309"/>
          </a:xfrm>
          <a:prstGeom prst="rect">
            <a:avLst/>
          </a:prstGeom>
        </p:spPr>
      </p:pic>
    </p:spTree>
    <p:extLst>
      <p:ext uri="{BB962C8B-B14F-4D97-AF65-F5344CB8AC3E}">
        <p14:creationId xmlns:p14="http://schemas.microsoft.com/office/powerpoint/2010/main" val="28963875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405DCD-F2AC-43C5-BDD9-FFAB6CE6809C}"/>
              </a:ext>
            </a:extLst>
          </p:cNvPr>
          <p:cNvSpPr>
            <a:spLocks noGrp="1"/>
          </p:cNvSpPr>
          <p:nvPr>
            <p:ph idx="1"/>
          </p:nvPr>
        </p:nvSpPr>
        <p:spPr>
          <a:xfrm>
            <a:off x="457200" y="1967113"/>
            <a:ext cx="6742090" cy="4456946"/>
          </a:xfrm>
        </p:spPr>
        <p:txBody>
          <a:bodyPr>
            <a:normAutofit lnSpcReduction="10000"/>
          </a:bodyPr>
          <a:lstStyle/>
          <a:p>
            <a:r>
              <a:rPr lang="en-US" dirty="0"/>
              <a:t>You can select “Allow Default” which opens the following:</a:t>
            </a:r>
          </a:p>
          <a:p>
            <a:pPr lvl="1">
              <a:spcBef>
                <a:spcPts val="600"/>
              </a:spcBef>
            </a:pPr>
            <a:r>
              <a:rPr lang="en-US" dirty="0"/>
              <a:t>ospf:any</a:t>
            </a:r>
          </a:p>
          <a:p>
            <a:pPr lvl="1">
              <a:spcBef>
                <a:spcPts val="600"/>
              </a:spcBef>
            </a:pPr>
            <a:r>
              <a:rPr lang="en-US" dirty="0" err="1"/>
              <a:t>tcp:domain</a:t>
            </a:r>
            <a:r>
              <a:rPr lang="en-US" dirty="0"/>
              <a:t> (53)</a:t>
            </a:r>
          </a:p>
          <a:p>
            <a:pPr lvl="1">
              <a:spcBef>
                <a:spcPts val="600"/>
              </a:spcBef>
            </a:pPr>
            <a:r>
              <a:rPr lang="en-US" dirty="0"/>
              <a:t>tcp:f5-iquery (4353)</a:t>
            </a:r>
          </a:p>
          <a:p>
            <a:pPr lvl="1">
              <a:spcBef>
                <a:spcPts val="600"/>
              </a:spcBef>
            </a:pPr>
            <a:r>
              <a:rPr lang="en-US" dirty="0" err="1"/>
              <a:t>tcp:https</a:t>
            </a:r>
            <a:r>
              <a:rPr lang="en-US" dirty="0"/>
              <a:t> (443)</a:t>
            </a:r>
          </a:p>
          <a:p>
            <a:pPr lvl="1">
              <a:spcBef>
                <a:spcPts val="600"/>
              </a:spcBef>
            </a:pPr>
            <a:r>
              <a:rPr lang="en-US" dirty="0" err="1"/>
              <a:t>tcp:snmp</a:t>
            </a:r>
            <a:r>
              <a:rPr lang="en-US" dirty="0"/>
              <a:t> (161)</a:t>
            </a:r>
          </a:p>
          <a:p>
            <a:pPr lvl="1">
              <a:spcBef>
                <a:spcPts val="600"/>
              </a:spcBef>
            </a:pPr>
            <a:r>
              <a:rPr lang="en-US" dirty="0" err="1"/>
              <a:t>tcp:ssh</a:t>
            </a:r>
            <a:r>
              <a:rPr lang="en-US" dirty="0"/>
              <a:t> (22)</a:t>
            </a:r>
          </a:p>
          <a:p>
            <a:pPr lvl="1">
              <a:spcBef>
                <a:spcPts val="600"/>
              </a:spcBef>
            </a:pPr>
            <a:r>
              <a:rPr lang="en-US" dirty="0"/>
              <a:t>udp:520</a:t>
            </a:r>
          </a:p>
          <a:p>
            <a:pPr lvl="1">
              <a:spcBef>
                <a:spcPts val="600"/>
              </a:spcBef>
            </a:pPr>
            <a:r>
              <a:rPr lang="en-US" dirty="0" err="1"/>
              <a:t>udp:cap</a:t>
            </a:r>
            <a:r>
              <a:rPr lang="en-US" dirty="0"/>
              <a:t> (1026 - for network failover)</a:t>
            </a:r>
          </a:p>
          <a:p>
            <a:pPr lvl="1">
              <a:spcBef>
                <a:spcPts val="600"/>
              </a:spcBef>
            </a:pPr>
            <a:r>
              <a:rPr lang="en-US" dirty="0" err="1"/>
              <a:t>udp:domain</a:t>
            </a:r>
            <a:r>
              <a:rPr lang="en-US" dirty="0"/>
              <a:t> (53)</a:t>
            </a:r>
          </a:p>
          <a:p>
            <a:pPr lvl="1">
              <a:spcBef>
                <a:spcPts val="600"/>
              </a:spcBef>
            </a:pPr>
            <a:r>
              <a:rPr lang="en-US" dirty="0"/>
              <a:t>udp:f5-iquery (4353)</a:t>
            </a:r>
          </a:p>
          <a:p>
            <a:pPr lvl="1">
              <a:spcBef>
                <a:spcPts val="600"/>
              </a:spcBef>
            </a:pPr>
            <a:r>
              <a:rPr lang="en-US" dirty="0" err="1"/>
              <a:t>udp:snmp</a:t>
            </a:r>
            <a:r>
              <a:rPr lang="en-US" dirty="0"/>
              <a:t> (161)</a:t>
            </a:r>
          </a:p>
          <a:p>
            <a:r>
              <a:rPr lang="en-US" dirty="0"/>
              <a:t>Or you can select custom ports to open</a:t>
            </a:r>
          </a:p>
          <a:p>
            <a:endParaRPr lang="en-US" dirty="0"/>
          </a:p>
          <a:p>
            <a:endParaRPr lang="en-US" dirty="0"/>
          </a:p>
        </p:txBody>
      </p:sp>
      <p:sp>
        <p:nvSpPr>
          <p:cNvPr id="3" name="Text Placeholder 2">
            <a:extLst>
              <a:ext uri="{FF2B5EF4-FFF2-40B4-BE49-F238E27FC236}">
                <a16:creationId xmlns:a16="http://schemas.microsoft.com/office/drawing/2014/main" id="{D464E29C-7BC9-4B8F-B80E-C92730852DDE}"/>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3.03 Interpret port lockdown settings to Self-IP</a:t>
            </a:r>
          </a:p>
        </p:txBody>
      </p:sp>
      <p:sp>
        <p:nvSpPr>
          <p:cNvPr id="11" name="TextBox 10">
            <a:extLst>
              <a:ext uri="{FF2B5EF4-FFF2-40B4-BE49-F238E27FC236}">
                <a16:creationId xmlns:a16="http://schemas.microsoft.com/office/drawing/2014/main" id="{6B53C639-0974-4B90-B65D-2B0374754DE6}"/>
              </a:ext>
            </a:extLst>
          </p:cNvPr>
          <p:cNvSpPr txBox="1"/>
          <p:nvPr/>
        </p:nvSpPr>
        <p:spPr>
          <a:xfrm>
            <a:off x="8933817" y="2352277"/>
            <a:ext cx="2926724" cy="2062103"/>
          </a:xfrm>
          <a:prstGeom prst="rect">
            <a:avLst/>
          </a:prstGeom>
          <a:noFill/>
          <a:ln>
            <a:solidFill>
              <a:schemeClr val="accent1"/>
            </a:solidFill>
          </a:ln>
        </p:spPr>
        <p:txBody>
          <a:bodyPr wrap="square">
            <a:spAutoFit/>
          </a:bodyPr>
          <a:lstStyle/>
          <a:p>
            <a:r>
              <a:rPr lang="en-US" sz="1600" dirty="0">
                <a:latin typeface="Consolas" panose="020B0609020204030204" pitchFamily="49" charset="0"/>
              </a:rPr>
              <a:t>list net self</a:t>
            </a:r>
          </a:p>
          <a:p>
            <a:r>
              <a:rPr lang="en-US" sz="1600" dirty="0">
                <a:latin typeface="Consolas" panose="020B0609020204030204" pitchFamily="49" charset="0"/>
              </a:rPr>
              <a:t>net self </a:t>
            </a:r>
            <a:r>
              <a:rPr lang="en-US" sz="1600" dirty="0" err="1">
                <a:latin typeface="Consolas" panose="020B0609020204030204" pitchFamily="49" charset="0"/>
              </a:rPr>
              <a:t>client_ip</a:t>
            </a:r>
            <a:r>
              <a:rPr lang="en-US" sz="1600" dirty="0">
                <a:latin typeface="Consolas" panose="020B0609020204030204" pitchFamily="49" charset="0"/>
              </a:rPr>
              <a:t> {</a:t>
            </a:r>
          </a:p>
          <a:p>
            <a:r>
              <a:rPr lang="en-US" sz="1600" dirty="0">
                <a:latin typeface="Consolas" panose="020B0609020204030204" pitchFamily="49" charset="0"/>
              </a:rPr>
              <a:t>    address 10.1.10.245/24</a:t>
            </a:r>
          </a:p>
          <a:p>
            <a:r>
              <a:rPr lang="en-US" sz="1600" dirty="0">
                <a:latin typeface="Consolas" panose="020B0609020204030204" pitchFamily="49" charset="0"/>
              </a:rPr>
              <a:t>    </a:t>
            </a:r>
            <a:r>
              <a:rPr lang="en-US" sz="1600" b="1" dirty="0">
                <a:latin typeface="Consolas" panose="020B0609020204030204" pitchFamily="49" charset="0"/>
              </a:rPr>
              <a:t>allow-service {</a:t>
            </a:r>
          </a:p>
          <a:p>
            <a:r>
              <a:rPr lang="en-US" sz="1600" b="1" dirty="0">
                <a:latin typeface="Consolas" panose="020B0609020204030204" pitchFamily="49" charset="0"/>
              </a:rPr>
              <a:t>        </a:t>
            </a:r>
            <a:r>
              <a:rPr lang="en-US" sz="1600" b="1" dirty="0" err="1">
                <a:latin typeface="Consolas" panose="020B0609020204030204" pitchFamily="49" charset="0"/>
              </a:rPr>
              <a:t>tcp:ssh</a:t>
            </a:r>
            <a:endParaRPr lang="en-US" sz="1600" b="1" dirty="0">
              <a:latin typeface="Consolas" panose="020B0609020204030204" pitchFamily="49" charset="0"/>
            </a:endParaRPr>
          </a:p>
          <a:p>
            <a:r>
              <a:rPr lang="en-US" sz="1600" b="1" dirty="0">
                <a:latin typeface="Consolas" panose="020B0609020204030204" pitchFamily="49" charset="0"/>
              </a:rPr>
              <a:t>        </a:t>
            </a:r>
            <a:r>
              <a:rPr lang="en-US" sz="1600" b="1" dirty="0" err="1">
                <a:latin typeface="Consolas" panose="020B0609020204030204" pitchFamily="49" charset="0"/>
              </a:rPr>
              <a:t>tcp:https</a:t>
            </a:r>
            <a:endParaRPr lang="en-US" sz="1600" b="1" dirty="0">
              <a:latin typeface="Consolas" panose="020B0609020204030204" pitchFamily="49" charset="0"/>
            </a:endParaRPr>
          </a:p>
          <a:p>
            <a:r>
              <a:rPr lang="en-US" sz="1600" b="1" dirty="0">
                <a:latin typeface="Consolas" panose="020B0609020204030204" pitchFamily="49" charset="0"/>
              </a:rPr>
              <a:t>    }</a:t>
            </a:r>
          </a:p>
        </p:txBody>
      </p:sp>
      <p:pic>
        <p:nvPicPr>
          <p:cNvPr id="13" name="Picture 12">
            <a:extLst>
              <a:ext uri="{FF2B5EF4-FFF2-40B4-BE49-F238E27FC236}">
                <a16:creationId xmlns:a16="http://schemas.microsoft.com/office/drawing/2014/main" id="{F7E65946-BC5B-4904-A313-C9199C639592}"/>
              </a:ext>
            </a:extLst>
          </p:cNvPr>
          <p:cNvPicPr>
            <a:picLocks noChangeAspect="1"/>
          </p:cNvPicPr>
          <p:nvPr/>
        </p:nvPicPr>
        <p:blipFill>
          <a:blip r:embed="rId2"/>
          <a:stretch>
            <a:fillRect/>
          </a:stretch>
        </p:blipFill>
        <p:spPr>
          <a:xfrm>
            <a:off x="4838408" y="2352277"/>
            <a:ext cx="3966620" cy="4282146"/>
          </a:xfrm>
          <a:prstGeom prst="rect">
            <a:avLst/>
          </a:prstGeom>
        </p:spPr>
      </p:pic>
    </p:spTree>
    <p:extLst>
      <p:ext uri="{BB962C8B-B14F-4D97-AF65-F5344CB8AC3E}">
        <p14:creationId xmlns:p14="http://schemas.microsoft.com/office/powerpoint/2010/main" val="251085771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5FC4C-7D8F-4614-AED9-444CD51F8F91}"/>
              </a:ext>
            </a:extLst>
          </p:cNvPr>
          <p:cNvSpPr>
            <a:spLocks noGrp="1"/>
          </p:cNvSpPr>
          <p:nvPr>
            <p:ph idx="1"/>
          </p:nvPr>
        </p:nvSpPr>
        <p:spPr>
          <a:xfrm>
            <a:off x="4919731" y="1722327"/>
            <a:ext cx="6272010" cy="4748730"/>
          </a:xfrm>
        </p:spPr>
        <p:txBody>
          <a:bodyPr>
            <a:normAutofit/>
          </a:bodyPr>
          <a:lstStyle/>
          <a:p>
            <a:r>
              <a:rPr lang="en-US" sz="1600" dirty="0"/>
              <a:t>To add to the allow list:</a:t>
            </a:r>
          </a:p>
          <a:p>
            <a:pPr lvl="1"/>
            <a:r>
              <a:rPr lang="en-US" sz="1600" dirty="0"/>
              <a:t>modify /sys </a:t>
            </a:r>
            <a:r>
              <a:rPr lang="en-US" sz="1600" dirty="0" err="1"/>
              <a:t>sshd</a:t>
            </a:r>
            <a:r>
              <a:rPr lang="en-US" sz="1600" dirty="0"/>
              <a:t> allow add { &lt;IP address or IP address range&gt; }</a:t>
            </a:r>
          </a:p>
          <a:p>
            <a:pPr lvl="2"/>
            <a:r>
              <a:rPr lang="en-US" sz="1200" dirty="0"/>
              <a:t>Range uses space </a:t>
            </a:r>
            <a:r>
              <a:rPr lang="en-US" sz="1200" dirty="0" err="1"/>
              <a:t>ie</a:t>
            </a:r>
            <a:r>
              <a:rPr lang="en-US" sz="1200" dirty="0"/>
              <a:t>. {10.1.1.1 10.1.1.10}</a:t>
            </a:r>
          </a:p>
          <a:p>
            <a:r>
              <a:rPr lang="en-US" sz="1600" dirty="0"/>
              <a:t>To replace the list</a:t>
            </a:r>
          </a:p>
          <a:p>
            <a:pPr lvl="1"/>
            <a:r>
              <a:rPr lang="en-US" sz="1600" dirty="0"/>
              <a:t>modify /sys </a:t>
            </a:r>
            <a:r>
              <a:rPr lang="en-US" sz="1600" dirty="0" err="1"/>
              <a:t>sshd</a:t>
            </a:r>
            <a:r>
              <a:rPr lang="en-US" sz="1600" dirty="0"/>
              <a:t> replace-all-with {&lt;IP address or IP address range&gt;}</a:t>
            </a:r>
          </a:p>
          <a:p>
            <a:r>
              <a:rPr lang="en-US" sz="1600" dirty="0"/>
              <a:t>Default is: </a:t>
            </a:r>
          </a:p>
          <a:p>
            <a:pPr>
              <a:buNone/>
            </a:pPr>
            <a:endParaRPr lang="en-US" sz="1600" dirty="0"/>
          </a:p>
          <a:p>
            <a:r>
              <a:rPr lang="en-US" sz="1600" dirty="0"/>
              <a:t>Save the change by entering the following command:</a:t>
            </a:r>
          </a:p>
          <a:p>
            <a:pPr lvl="1"/>
            <a:r>
              <a:rPr lang="en-US" sz="1600" dirty="0"/>
              <a:t>save /sys config</a:t>
            </a:r>
          </a:p>
        </p:txBody>
      </p:sp>
      <p:sp>
        <p:nvSpPr>
          <p:cNvPr id="3" name="Text Placeholder 2">
            <a:extLst>
              <a:ext uri="{FF2B5EF4-FFF2-40B4-BE49-F238E27FC236}">
                <a16:creationId xmlns:a16="http://schemas.microsoft.com/office/drawing/2014/main" id="{777115BC-1769-4220-A305-1DE7BDBBB58D}"/>
              </a:ext>
            </a:extLst>
          </p:cNvPr>
          <p:cNvSpPr>
            <a:spLocks noGrp="1"/>
          </p:cNvSpPr>
          <p:nvPr>
            <p:ph type="body" idx="13"/>
          </p:nvPr>
        </p:nvSpPr>
        <p:spPr/>
        <p:txBody>
          <a:bodyPr/>
          <a:lstStyle/>
          <a:p>
            <a:r>
              <a:rPr lang="en-US" dirty="0">
                <a:hlinkClick r:id="rId3"/>
              </a:rPr>
              <a:t>K13309: Restricting access to the Configuration utility by source IP address (11.x - 16.x)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3.03 Identify SSH access list to management-IP address</a:t>
            </a:r>
          </a:p>
        </p:txBody>
      </p:sp>
      <p:pic>
        <p:nvPicPr>
          <p:cNvPr id="7" name="Picture 6">
            <a:extLst>
              <a:ext uri="{FF2B5EF4-FFF2-40B4-BE49-F238E27FC236}">
                <a16:creationId xmlns:a16="http://schemas.microsoft.com/office/drawing/2014/main" id="{A512B5E0-B959-425A-9C8F-19791FBA625E}"/>
              </a:ext>
            </a:extLst>
          </p:cNvPr>
          <p:cNvPicPr>
            <a:picLocks noChangeAspect="1"/>
          </p:cNvPicPr>
          <p:nvPr/>
        </p:nvPicPr>
        <p:blipFill>
          <a:blip r:embed="rId4"/>
          <a:stretch>
            <a:fillRect/>
          </a:stretch>
        </p:blipFill>
        <p:spPr>
          <a:xfrm>
            <a:off x="212501" y="1662018"/>
            <a:ext cx="4604198" cy="4738782"/>
          </a:xfrm>
          <a:prstGeom prst="rect">
            <a:avLst/>
          </a:prstGeom>
        </p:spPr>
      </p:pic>
      <p:sp>
        <p:nvSpPr>
          <p:cNvPr id="9" name="TextBox 8">
            <a:extLst>
              <a:ext uri="{FF2B5EF4-FFF2-40B4-BE49-F238E27FC236}">
                <a16:creationId xmlns:a16="http://schemas.microsoft.com/office/drawing/2014/main" id="{00FE6C0F-E236-41A1-9770-85E1161B7E57}"/>
              </a:ext>
            </a:extLst>
          </p:cNvPr>
          <p:cNvSpPr txBox="1"/>
          <p:nvPr/>
        </p:nvSpPr>
        <p:spPr>
          <a:xfrm>
            <a:off x="5939281" y="4031409"/>
            <a:ext cx="3356924" cy="1077218"/>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list sys </a:t>
            </a:r>
            <a:r>
              <a:rPr lang="en-US" sz="1600" dirty="0" err="1">
                <a:latin typeface="Consolas" panose="020B0609020204030204" pitchFamily="49" charset="0"/>
              </a:rPr>
              <a:t>sshd</a:t>
            </a:r>
            <a:r>
              <a:rPr lang="en-US" sz="1600" dirty="0">
                <a:latin typeface="Consolas" panose="020B0609020204030204" pitchFamily="49" charset="0"/>
              </a:rPr>
              <a:t> allow</a:t>
            </a:r>
          </a:p>
          <a:p>
            <a:r>
              <a:rPr lang="en-US" sz="1600" dirty="0">
                <a:latin typeface="Consolas" panose="020B0609020204030204" pitchFamily="49" charset="0"/>
              </a:rPr>
              <a:t>sys </a:t>
            </a:r>
            <a:r>
              <a:rPr lang="en-US" sz="1600" dirty="0" err="1">
                <a:latin typeface="Consolas" panose="020B0609020204030204" pitchFamily="49" charset="0"/>
              </a:rPr>
              <a:t>sshd</a:t>
            </a:r>
            <a:r>
              <a:rPr lang="en-US" sz="1600" dirty="0">
                <a:latin typeface="Consolas" panose="020B0609020204030204" pitchFamily="49" charset="0"/>
              </a:rPr>
              <a:t> {</a:t>
            </a:r>
          </a:p>
          <a:p>
            <a:r>
              <a:rPr lang="en-US" sz="1600" dirty="0">
                <a:latin typeface="Consolas" panose="020B0609020204030204" pitchFamily="49" charset="0"/>
              </a:rPr>
              <a:t>    </a:t>
            </a:r>
            <a:r>
              <a:rPr lang="en-US" sz="1600" b="1" dirty="0">
                <a:latin typeface="Consolas" panose="020B0609020204030204" pitchFamily="49" charset="0"/>
              </a:rPr>
              <a:t>allow { All }</a:t>
            </a:r>
          </a:p>
          <a:p>
            <a:r>
              <a:rPr lang="en-US" sz="1600" dirty="0">
                <a:latin typeface="Consolas" panose="020B0609020204030204" pitchFamily="49" charset="0"/>
              </a:rPr>
              <a:t>}</a:t>
            </a:r>
          </a:p>
        </p:txBody>
      </p:sp>
    </p:spTree>
    <p:extLst>
      <p:ext uri="{BB962C8B-B14F-4D97-AF65-F5344CB8AC3E}">
        <p14:creationId xmlns:p14="http://schemas.microsoft.com/office/powerpoint/2010/main" val="16928765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5FC4C-7D8F-4614-AED9-444CD51F8F91}"/>
              </a:ext>
            </a:extLst>
          </p:cNvPr>
          <p:cNvSpPr>
            <a:spLocks noGrp="1"/>
          </p:cNvSpPr>
          <p:nvPr>
            <p:ph idx="1"/>
          </p:nvPr>
        </p:nvSpPr>
        <p:spPr>
          <a:xfrm>
            <a:off x="296215" y="1675329"/>
            <a:ext cx="11435536" cy="4748730"/>
          </a:xfrm>
        </p:spPr>
        <p:txBody>
          <a:bodyPr>
            <a:normAutofit/>
          </a:bodyPr>
          <a:lstStyle/>
          <a:p>
            <a:r>
              <a:rPr lang="en-US" sz="1600" dirty="0"/>
              <a:t>To add to the allow list:</a:t>
            </a:r>
          </a:p>
          <a:p>
            <a:pPr lvl="1"/>
            <a:r>
              <a:rPr lang="en-US" sz="1600" dirty="0"/>
              <a:t>modify /sys httpd allow add { &lt;IP address or IP address range&gt; }</a:t>
            </a:r>
          </a:p>
          <a:p>
            <a:r>
              <a:rPr lang="en-US" sz="1600" dirty="0"/>
              <a:t>To replace the list</a:t>
            </a:r>
          </a:p>
          <a:p>
            <a:pPr lvl="1"/>
            <a:r>
              <a:rPr lang="en-US" sz="1600" dirty="0"/>
              <a:t>modify /sys httpd replace-all-with {&lt;IP address or IP address range&gt;}</a:t>
            </a:r>
          </a:p>
          <a:p>
            <a:r>
              <a:rPr lang="en-US" sz="1600" dirty="0"/>
              <a:t>Default is: </a:t>
            </a:r>
          </a:p>
          <a:p>
            <a:endParaRPr lang="en-US" sz="1600" dirty="0"/>
          </a:p>
          <a:p>
            <a:endParaRPr lang="en-US" sz="1600" dirty="0"/>
          </a:p>
          <a:p>
            <a:r>
              <a:rPr lang="en-US" sz="1600" dirty="0"/>
              <a:t>Save the change by entering the following command:</a:t>
            </a:r>
          </a:p>
          <a:p>
            <a:pPr lvl="1"/>
            <a:r>
              <a:rPr lang="en-US" sz="1600" dirty="0"/>
              <a:t>save /sys config</a:t>
            </a:r>
          </a:p>
          <a:p>
            <a:endParaRPr lang="en-US" dirty="0"/>
          </a:p>
        </p:txBody>
      </p:sp>
      <p:sp>
        <p:nvSpPr>
          <p:cNvPr id="3" name="Text Placeholder 2">
            <a:extLst>
              <a:ext uri="{FF2B5EF4-FFF2-40B4-BE49-F238E27FC236}">
                <a16:creationId xmlns:a16="http://schemas.microsoft.com/office/drawing/2014/main" id="{777115BC-1769-4220-A305-1DE7BDBBB58D}"/>
              </a:ext>
            </a:extLst>
          </p:cNvPr>
          <p:cNvSpPr>
            <a:spLocks noGrp="1"/>
          </p:cNvSpPr>
          <p:nvPr>
            <p:ph type="body" idx="13"/>
          </p:nvPr>
        </p:nvSpPr>
        <p:spPr/>
        <p:txBody>
          <a:bodyPr/>
          <a:lstStyle/>
          <a:p>
            <a:r>
              <a:rPr lang="en-US" dirty="0">
                <a:hlinkClick r:id="rId2"/>
              </a:rPr>
              <a:t>K13309: Restricting access to the Configuration utility by source IP address (11.x - 16.x)</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3.03 Identify HTTP access list to management-IP address</a:t>
            </a:r>
          </a:p>
        </p:txBody>
      </p:sp>
      <p:sp>
        <p:nvSpPr>
          <p:cNvPr id="9" name="TextBox 8">
            <a:extLst>
              <a:ext uri="{FF2B5EF4-FFF2-40B4-BE49-F238E27FC236}">
                <a16:creationId xmlns:a16="http://schemas.microsoft.com/office/drawing/2014/main" id="{00FE6C0F-E236-41A1-9770-85E1161B7E57}"/>
              </a:ext>
            </a:extLst>
          </p:cNvPr>
          <p:cNvSpPr txBox="1"/>
          <p:nvPr/>
        </p:nvSpPr>
        <p:spPr>
          <a:xfrm>
            <a:off x="1165108" y="4049694"/>
            <a:ext cx="3046927" cy="1323439"/>
          </a:xfrm>
          <a:prstGeom prst="rect">
            <a:avLst/>
          </a:prstGeom>
          <a:noFill/>
        </p:spPr>
        <p:txBody>
          <a:bodyPr wrap="square">
            <a:spAutoFit/>
          </a:bodyPr>
          <a:lstStyle/>
          <a:p>
            <a:r>
              <a:rPr lang="en-US" sz="1600" dirty="0">
                <a:latin typeface="Consolas" panose="020B0609020204030204" pitchFamily="49" charset="0"/>
              </a:rPr>
              <a:t>(</a:t>
            </a:r>
            <a:r>
              <a:rPr lang="en-US" sz="1600" dirty="0" err="1">
                <a:latin typeface="Consolas" panose="020B0609020204030204" pitchFamily="49" charset="0"/>
              </a:rPr>
              <a:t>tmos</a:t>
            </a:r>
            <a:r>
              <a:rPr lang="en-US" sz="1600" dirty="0">
                <a:latin typeface="Consolas" panose="020B0609020204030204" pitchFamily="49" charset="0"/>
              </a:rPr>
              <a:t>)# list sys httpd allow</a:t>
            </a:r>
          </a:p>
          <a:p>
            <a:r>
              <a:rPr lang="en-US" sz="1600" dirty="0">
                <a:latin typeface="Consolas" panose="020B0609020204030204" pitchFamily="49" charset="0"/>
              </a:rPr>
              <a:t>sys httpd {</a:t>
            </a:r>
          </a:p>
          <a:p>
            <a:r>
              <a:rPr lang="en-US" sz="1600" dirty="0">
                <a:latin typeface="Consolas" panose="020B0609020204030204" pitchFamily="49" charset="0"/>
              </a:rPr>
              <a:t>    </a:t>
            </a:r>
            <a:r>
              <a:rPr lang="en-US" sz="1600" b="1" dirty="0">
                <a:latin typeface="Consolas" panose="020B0609020204030204" pitchFamily="49" charset="0"/>
              </a:rPr>
              <a:t>allow { All }</a:t>
            </a:r>
          </a:p>
          <a:p>
            <a:r>
              <a:rPr lang="en-US" sz="1600" dirty="0">
                <a:latin typeface="Consolas" panose="020B0609020204030204" pitchFamily="49" charset="0"/>
              </a:rPr>
              <a:t>}</a:t>
            </a:r>
          </a:p>
        </p:txBody>
      </p:sp>
    </p:spTree>
    <p:extLst>
      <p:ext uri="{BB962C8B-B14F-4D97-AF65-F5344CB8AC3E}">
        <p14:creationId xmlns:p14="http://schemas.microsoft.com/office/powerpoint/2010/main" val="5892947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57590FE-77D1-4AD0-857A-96D90AC1D4D7}"/>
              </a:ext>
            </a:extLst>
          </p:cNvPr>
          <p:cNvPicPr>
            <a:picLocks noGrp="1" noChangeAspect="1"/>
          </p:cNvPicPr>
          <p:nvPr>
            <p:ph idx="1"/>
          </p:nvPr>
        </p:nvPicPr>
        <p:blipFill>
          <a:blip r:embed="rId2"/>
          <a:stretch>
            <a:fillRect/>
          </a:stretch>
        </p:blipFill>
        <p:spPr>
          <a:xfrm>
            <a:off x="5640177" y="2117989"/>
            <a:ext cx="6485182" cy="4282811"/>
          </a:xfrm>
          <a:prstGeom prst="rect">
            <a:avLst/>
          </a:prstGeom>
        </p:spPr>
      </p:pic>
      <p:sp>
        <p:nvSpPr>
          <p:cNvPr id="10" name="Text Placeholder 9">
            <a:extLst>
              <a:ext uri="{FF2B5EF4-FFF2-40B4-BE49-F238E27FC236}">
                <a16:creationId xmlns:a16="http://schemas.microsoft.com/office/drawing/2014/main" id="{CF983BE0-824A-4170-9895-CA1666851A76}"/>
              </a:ext>
            </a:extLst>
          </p:cNvPr>
          <p:cNvSpPr>
            <a:spLocks noGrp="1"/>
          </p:cNvSpPr>
          <p:nvPr>
            <p:ph type="body" idx="13"/>
          </p:nvPr>
        </p:nvSpPr>
        <p:spPr/>
        <p:txBody>
          <a:bodyPr/>
          <a:lstStyle/>
          <a:p>
            <a:endParaRPr lang="en-US"/>
          </a:p>
        </p:txBody>
      </p:sp>
      <p:sp>
        <p:nvSpPr>
          <p:cNvPr id="4" name="Footer Placeholder 3">
            <a:extLst>
              <a:ext uri="{FF2B5EF4-FFF2-40B4-BE49-F238E27FC236}">
                <a16:creationId xmlns:a16="http://schemas.microsoft.com/office/drawing/2014/main" id="{76740E1D-2AA1-4A35-803D-2B4FF854B95C}"/>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0A7F22A-97C9-4632-B76B-51B9FC7699EC}"/>
              </a:ext>
            </a:extLst>
          </p:cNvPr>
          <p:cNvSpPr>
            <a:spLocks noGrp="1"/>
          </p:cNvSpPr>
          <p:nvPr>
            <p:ph type="title"/>
          </p:nvPr>
        </p:nvSpPr>
        <p:spPr/>
        <p:txBody>
          <a:bodyPr/>
          <a:lstStyle/>
          <a:p>
            <a:r>
              <a:rPr lang="en-US" dirty="0"/>
              <a:t>Restricting Access to Management Ports on Self IPs</a:t>
            </a:r>
          </a:p>
        </p:txBody>
      </p:sp>
      <p:pic>
        <p:nvPicPr>
          <p:cNvPr id="6" name="Picture 2">
            <a:extLst>
              <a:ext uri="{FF2B5EF4-FFF2-40B4-BE49-F238E27FC236}">
                <a16:creationId xmlns:a16="http://schemas.microsoft.com/office/drawing/2014/main" id="{71F8A798-D345-40B5-98D9-BBF2F841E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3027092"/>
            <a:ext cx="5465753" cy="34557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0E72511-64DB-420A-AABE-FF2070B34A58}"/>
              </a:ext>
            </a:extLst>
          </p:cNvPr>
          <p:cNvSpPr txBox="1"/>
          <p:nvPr/>
        </p:nvSpPr>
        <p:spPr>
          <a:xfrm>
            <a:off x="5767098" y="1451778"/>
            <a:ext cx="8098971" cy="621709"/>
          </a:xfrm>
          <a:prstGeom prst="rect">
            <a:avLst/>
          </a:prstGeom>
          <a:noFill/>
        </p:spPr>
        <p:txBody>
          <a:bodyPr wrap="square" lIns="155448" tIns="155448" rIns="155448" bIns="155448" rtlCol="0">
            <a:spAutoFit/>
          </a:bodyPr>
          <a:lstStyle/>
          <a:p>
            <a:r>
              <a:rPr lang="en-US" sz="2000" dirty="0">
                <a:gradFill>
                  <a:gsLst>
                    <a:gs pos="0">
                      <a:schemeClr val="tx1"/>
                    </a:gs>
                    <a:gs pos="100000">
                      <a:schemeClr val="tx1"/>
                    </a:gs>
                  </a:gsLst>
                  <a:lin ang="5400000" scaled="1"/>
                </a:gradFill>
                <a:latin typeface="Arial" panose="020B0604020202020204" pitchFamily="34" charset="0"/>
                <a:cs typeface="Arial" panose="020B0604020202020204" pitchFamily="34" charset="0"/>
              </a:rPr>
              <a:t>(</a:t>
            </a:r>
            <a:r>
              <a:rPr lang="en-US" sz="2000" dirty="0" err="1">
                <a:gradFill>
                  <a:gsLst>
                    <a:gs pos="0">
                      <a:schemeClr val="tx1"/>
                    </a:gs>
                    <a:gs pos="100000">
                      <a:schemeClr val="tx1"/>
                    </a:gs>
                  </a:gsLst>
                  <a:lin ang="5400000" scaled="1"/>
                </a:gradFill>
                <a:latin typeface="Arial" panose="020B0604020202020204" pitchFamily="34" charset="0"/>
                <a:cs typeface="Arial" panose="020B0604020202020204" pitchFamily="34" charset="0"/>
              </a:rPr>
              <a:t>src</a:t>
            </a:r>
            <a:r>
              <a:rPr lang="en-US" sz="2000" dirty="0">
                <a:gradFill>
                  <a:gsLst>
                    <a:gs pos="0">
                      <a:schemeClr val="tx1"/>
                    </a:gs>
                    <a:gs pos="100000">
                      <a:schemeClr val="tx1"/>
                    </a:gs>
                  </a:gsLst>
                  <a:lin ang="5400000" scaled="1"/>
                </a:gradFill>
                <a:latin typeface="Arial" panose="020B0604020202020204" pitchFamily="34" charset="0"/>
                <a:cs typeface="Arial" panose="020B0604020202020204" pitchFamily="34" charset="0"/>
              </a:rPr>
              <a:t> host 192.168.13.139 or </a:t>
            </a:r>
            <a:r>
              <a:rPr lang="en-US" sz="2000" dirty="0" err="1">
                <a:gradFill>
                  <a:gsLst>
                    <a:gs pos="0">
                      <a:schemeClr val="tx1"/>
                    </a:gs>
                    <a:gs pos="100000">
                      <a:schemeClr val="tx1"/>
                    </a:gs>
                  </a:gsLst>
                  <a:lin ang="5400000" scaled="1"/>
                </a:gradFill>
                <a:latin typeface="Arial" panose="020B0604020202020204" pitchFamily="34" charset="0"/>
                <a:cs typeface="Arial" panose="020B0604020202020204" pitchFamily="34" charset="0"/>
              </a:rPr>
              <a:t>src</a:t>
            </a:r>
            <a:r>
              <a:rPr lang="en-US" sz="2000" dirty="0">
                <a:gradFill>
                  <a:gsLst>
                    <a:gs pos="0">
                      <a:schemeClr val="tx1"/>
                    </a:gs>
                    <a:gs pos="100000">
                      <a:schemeClr val="tx1"/>
                    </a:gs>
                  </a:gsLst>
                  <a:lin ang="5400000" scaled="1"/>
                </a:gradFill>
                <a:latin typeface="Arial" panose="020B0604020202020204" pitchFamily="34" charset="0"/>
                <a:cs typeface="Arial" panose="020B0604020202020204" pitchFamily="34" charset="0"/>
              </a:rPr>
              <a:t>  net 11.1.1.0/24)</a:t>
            </a:r>
          </a:p>
        </p:txBody>
      </p:sp>
    </p:spTree>
    <p:extLst>
      <p:ext uri="{BB962C8B-B14F-4D97-AF65-F5344CB8AC3E}">
        <p14:creationId xmlns:p14="http://schemas.microsoft.com/office/powerpoint/2010/main" val="125873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2" name="Title 1"/>
          <p:cNvSpPr>
            <a:spLocks noGrp="1"/>
          </p:cNvSpPr>
          <p:nvPr>
            <p:ph type="title"/>
          </p:nvPr>
        </p:nvSpPr>
        <p:spPr/>
        <p:txBody>
          <a:bodyPr/>
          <a:lstStyle/>
          <a:p>
            <a:r>
              <a:rPr lang="en-US" dirty="0"/>
              <a:t>Packet Filtering </a:t>
            </a:r>
          </a:p>
        </p:txBody>
      </p:sp>
      <p:sp>
        <p:nvSpPr>
          <p:cNvPr id="3" name="Content Placeholder 2"/>
          <p:cNvSpPr>
            <a:spLocks noGrp="1"/>
          </p:cNvSpPr>
          <p:nvPr>
            <p:ph type="body" idx="13"/>
          </p:nvPr>
        </p:nvSpPr>
        <p:spPr/>
        <p:txBody>
          <a:bodyPr/>
          <a:lstStyle/>
          <a:p>
            <a:r>
              <a:rPr lang="en-US" dirty="0"/>
              <a:t>Disabled be default, but once you enable</a:t>
            </a:r>
          </a:p>
        </p:txBody>
      </p:sp>
      <p:sp>
        <p:nvSpPr>
          <p:cNvPr id="5" name="Slide Number Placeholder 4"/>
          <p:cNvSpPr>
            <a:spLocks noGrp="1"/>
          </p:cNvSpPr>
          <p:nvPr>
            <p:ph type="sldNum" sz="quarter" idx="4294967295"/>
          </p:nvPr>
        </p:nvSpPr>
        <p:spPr>
          <a:xfrm>
            <a:off x="9175750" y="6478588"/>
            <a:ext cx="3016250" cy="365125"/>
          </a:xfrm>
          <a:prstGeom prst="rect">
            <a:avLst/>
          </a:prstGeom>
        </p:spPr>
        <p:txBody>
          <a:bodyPr/>
          <a:lstStyle/>
          <a:p>
            <a:fld id="{49DF86D6-4B9D-4B83-AF23-D696D3CD110A}" type="slidenum">
              <a:rPr lang="en-US" smtClean="0"/>
              <a:pPr/>
              <a:t>90</a:t>
            </a:fld>
            <a:endParaRPr lang="en-US"/>
          </a:p>
        </p:txBody>
      </p:sp>
      <p:pic>
        <p:nvPicPr>
          <p:cNvPr id="6" name="Picture 5"/>
          <p:cNvPicPr>
            <a:picLocks noChangeAspect="1"/>
          </p:cNvPicPr>
          <p:nvPr/>
        </p:nvPicPr>
        <p:blipFill>
          <a:blip r:embed="rId3"/>
          <a:stretch>
            <a:fillRect/>
          </a:stretch>
        </p:blipFill>
        <p:spPr>
          <a:xfrm>
            <a:off x="834649" y="1795762"/>
            <a:ext cx="4718075" cy="4497820"/>
          </a:xfrm>
          <a:prstGeom prst="rect">
            <a:avLst/>
          </a:prstGeom>
        </p:spPr>
      </p:pic>
      <p:pic>
        <p:nvPicPr>
          <p:cNvPr id="7" name="Picture 6"/>
          <p:cNvPicPr>
            <a:picLocks noChangeAspect="1"/>
          </p:cNvPicPr>
          <p:nvPr/>
        </p:nvPicPr>
        <p:blipFill>
          <a:blip r:embed="rId4"/>
          <a:stretch>
            <a:fillRect/>
          </a:stretch>
        </p:blipFill>
        <p:spPr>
          <a:xfrm>
            <a:off x="6082573" y="1314010"/>
            <a:ext cx="4589781" cy="4991979"/>
          </a:xfrm>
          <a:prstGeom prst="rect">
            <a:avLst/>
          </a:prstGeom>
        </p:spPr>
      </p:pic>
    </p:spTree>
    <p:extLst>
      <p:ext uri="{BB962C8B-B14F-4D97-AF65-F5344CB8AC3E}">
        <p14:creationId xmlns:p14="http://schemas.microsoft.com/office/powerpoint/2010/main" val="12726412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30893103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2.07</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configuration changes affect existing and new connections</a:t>
            </a:r>
          </a:p>
          <a:p>
            <a:pPr marL="342900" indent="-342900">
              <a:buFont typeface="Arial" panose="020B0604020202020204" pitchFamily="34" charset="0"/>
              <a:buChar char="•"/>
            </a:pPr>
            <a:r>
              <a:rPr lang="en-US" dirty="0"/>
              <a:t>Predict persistence for existing connections</a:t>
            </a:r>
          </a:p>
          <a:p>
            <a:pPr marL="342900" indent="-342900">
              <a:buFont typeface="Arial" panose="020B0604020202020204" pitchFamily="34" charset="0"/>
              <a:buChar char="•"/>
            </a:pPr>
            <a:r>
              <a:rPr lang="en-US" dirty="0"/>
              <a:t>Calculate when changes will affect the connections</a:t>
            </a:r>
          </a:p>
          <a:p>
            <a:pPr marL="342900" indent="-342900">
              <a:buFont typeface="Arial" panose="020B0604020202020204" pitchFamily="34" charset="0"/>
              <a:buChar char="•"/>
            </a:pPr>
            <a:r>
              <a:rPr lang="en-US" dirty="0"/>
              <a:t>Predict load balancing and persistence for new connections</a:t>
            </a:r>
          </a:p>
          <a:p>
            <a:pPr marL="342900" indent="-342900">
              <a:buFont typeface="Arial" panose="020B0604020202020204" pitchFamily="34" charset="0"/>
              <a:buChar char="•"/>
            </a:pPr>
            <a:r>
              <a:rPr lang="en-US" dirty="0"/>
              <a:t>Determine the impact of virtual server configuration change on traffic</a:t>
            </a:r>
          </a:p>
          <a:p>
            <a:endParaRPr lang="en-US" sz="2800" dirty="0"/>
          </a:p>
          <a:p>
            <a:endParaRPr lang="en-US" sz="2800" dirty="0"/>
          </a:p>
        </p:txBody>
      </p:sp>
    </p:spTree>
    <p:extLst>
      <p:ext uri="{BB962C8B-B14F-4D97-AF65-F5344CB8AC3E}">
        <p14:creationId xmlns:p14="http://schemas.microsoft.com/office/powerpoint/2010/main" val="201230111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18211609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2.08</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Explain the uses of user roles, administrative partitions, and route domains</a:t>
            </a:r>
          </a:p>
          <a:p>
            <a:pPr marL="342900" indent="-342900">
              <a:buFont typeface="Arial" panose="020B0604020202020204" pitchFamily="34" charset="0"/>
              <a:buChar char="•"/>
            </a:pPr>
            <a:r>
              <a:rPr lang="en-US" dirty="0"/>
              <a:t>Explain how to restrict access to LTM using user roles</a:t>
            </a:r>
          </a:p>
          <a:p>
            <a:pPr marL="342900" indent="-342900">
              <a:buFont typeface="Arial" panose="020B0604020202020204" pitchFamily="34" charset="0"/>
              <a:buChar char="•"/>
            </a:pPr>
            <a:r>
              <a:rPr lang="en-US" dirty="0"/>
              <a:t>Discuss the benefits of administrative partitions</a:t>
            </a:r>
          </a:p>
          <a:p>
            <a:pPr marL="342900" indent="-342900">
              <a:buFont typeface="Arial" panose="020B0604020202020204" pitchFamily="34" charset="0"/>
              <a:buChar char="•"/>
            </a:pPr>
            <a:r>
              <a:rPr lang="en-US" dirty="0"/>
              <a:t>Apply user roles to administrative partitions</a:t>
            </a:r>
          </a:p>
          <a:p>
            <a:pPr marL="342900" indent="-342900">
              <a:buFont typeface="Arial" panose="020B0604020202020204" pitchFamily="34" charset="0"/>
              <a:buChar char="•"/>
            </a:pPr>
            <a:r>
              <a:rPr lang="en-US" dirty="0"/>
              <a:t>Explain the functionality of route domains</a:t>
            </a:r>
          </a:p>
          <a:p>
            <a:pPr marL="342900" indent="-342900">
              <a:buFont typeface="Arial" panose="020B0604020202020204" pitchFamily="34" charset="0"/>
              <a:buChar char="•"/>
            </a:pPr>
            <a:r>
              <a:rPr lang="en-US" dirty="0"/>
              <a:t>Summarize how the 3 technologies can be used together</a:t>
            </a:r>
          </a:p>
          <a:p>
            <a:endParaRPr lang="en-US" sz="2800" dirty="0"/>
          </a:p>
          <a:p>
            <a:endParaRPr lang="en-US" sz="2800" dirty="0"/>
          </a:p>
        </p:txBody>
      </p:sp>
    </p:spTree>
    <p:extLst>
      <p:ext uri="{BB962C8B-B14F-4D97-AF65-F5344CB8AC3E}">
        <p14:creationId xmlns:p14="http://schemas.microsoft.com/office/powerpoint/2010/main" val="17617068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F4223D5D-4AE1-45DF-ACAE-15B2065E062D}"/>
              </a:ext>
            </a:extLst>
          </p:cNvPr>
          <p:cNvSpPr>
            <a:spLocks noGrp="1"/>
          </p:cNvSpPr>
          <p:nvPr>
            <p:ph idx="1"/>
          </p:nvPr>
        </p:nvSpPr>
        <p:spPr/>
        <p:txBody>
          <a:bodyPr>
            <a:normAutofit lnSpcReduction="10000"/>
          </a:bodyPr>
          <a:lstStyle/>
          <a:p>
            <a:r>
              <a:rPr lang="en-US" dirty="0"/>
              <a:t>User and Password are required</a:t>
            </a:r>
          </a:p>
          <a:p>
            <a:r>
              <a:rPr lang="en-US" dirty="0"/>
              <a:t>Assign a role</a:t>
            </a:r>
          </a:p>
          <a:p>
            <a:r>
              <a:rPr lang="en-US" dirty="0"/>
              <a:t>Assign partition access</a:t>
            </a:r>
          </a:p>
          <a:p>
            <a:pPr lvl="1"/>
            <a:r>
              <a:rPr lang="en-US" dirty="0"/>
              <a:t>A user may be assigned to one partition or All partitions</a:t>
            </a:r>
          </a:p>
          <a:p>
            <a:r>
              <a:rPr lang="en-US" dirty="0"/>
              <a:t>Assign the type of terminal access (Specify the type of CLI access)</a:t>
            </a:r>
          </a:p>
          <a:p>
            <a:pPr lvl="1"/>
            <a:r>
              <a:rPr lang="en-US" dirty="0"/>
              <a:t>Disabled</a:t>
            </a:r>
          </a:p>
          <a:p>
            <a:pPr lvl="2"/>
            <a:r>
              <a:rPr lang="en-US" dirty="0"/>
              <a:t>The user may access only the GUI interface</a:t>
            </a:r>
          </a:p>
          <a:p>
            <a:pPr lvl="1"/>
            <a:r>
              <a:rPr lang="en-US" dirty="0"/>
              <a:t>TMSH</a:t>
            </a:r>
          </a:p>
          <a:p>
            <a:pPr lvl="2"/>
            <a:r>
              <a:rPr lang="en-US" dirty="0"/>
              <a:t>Permits the user access to the TMOS CLI shell via SSH </a:t>
            </a:r>
          </a:p>
          <a:p>
            <a:pPr lvl="1"/>
            <a:r>
              <a:rPr lang="en-US" dirty="0"/>
              <a:t>Advanced Shell</a:t>
            </a:r>
          </a:p>
          <a:p>
            <a:pPr lvl="2"/>
            <a:r>
              <a:rPr lang="en-US" dirty="0"/>
              <a:t>Permits user access to the Linux prompt</a:t>
            </a:r>
          </a:p>
          <a:p>
            <a:r>
              <a:rPr lang="en-US" dirty="0"/>
              <a:t>Administrator and Resource Administrator only</a:t>
            </a:r>
          </a:p>
          <a:p>
            <a:endParaRPr lang="en-US" dirty="0"/>
          </a:p>
        </p:txBody>
      </p:sp>
      <p:sp>
        <p:nvSpPr>
          <p:cNvPr id="3" name="Content Placeholder 2"/>
          <p:cNvSpPr>
            <a:spLocks noGrp="1"/>
          </p:cNvSpPr>
          <p:nvPr>
            <p:ph type="body" idx="13"/>
          </p:nvPr>
        </p:nvSpPr>
        <p:spPr/>
        <p:txBody>
          <a:bodyPr>
            <a:normAutofit fontScale="55000" lnSpcReduction="20000"/>
          </a:bodyPr>
          <a:lstStyle/>
          <a:p>
            <a:pPr lvl="1"/>
            <a:r>
              <a:rPr lang="en-US" dirty="0">
                <a:hlinkClick r:id="rId3"/>
              </a:rPr>
              <a:t>Manual : BIG-IP Systems: User Account Administration</a:t>
            </a:r>
            <a:r>
              <a:rPr lang="en-US" dirty="0"/>
              <a:t> </a:t>
            </a:r>
          </a:p>
          <a:p>
            <a:pPr lvl="1"/>
            <a:endParaRPr lang="en-US" dirty="0"/>
          </a:p>
        </p:txBody>
      </p:sp>
      <p:sp>
        <p:nvSpPr>
          <p:cNvPr id="4" name="Footer Placeholder 3"/>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2" name="Title 1"/>
          <p:cNvSpPr>
            <a:spLocks noGrp="1"/>
          </p:cNvSpPr>
          <p:nvPr>
            <p:ph type="title"/>
          </p:nvPr>
        </p:nvSpPr>
        <p:spPr/>
        <p:txBody>
          <a:bodyPr/>
          <a:lstStyle/>
          <a:p>
            <a:r>
              <a:rPr lang="en-US" dirty="0"/>
              <a:t>3.08 Explain how to create a user</a:t>
            </a:r>
          </a:p>
        </p:txBody>
      </p:sp>
      <p:sp>
        <p:nvSpPr>
          <p:cNvPr id="5" name="Slide Number Placeholder 4"/>
          <p:cNvSpPr>
            <a:spLocks noGrp="1"/>
          </p:cNvSpPr>
          <p:nvPr>
            <p:ph type="sldNum" sz="quarter" idx="4294967295"/>
          </p:nvPr>
        </p:nvSpPr>
        <p:spPr>
          <a:xfrm>
            <a:off x="9175750" y="6478588"/>
            <a:ext cx="3016250" cy="365125"/>
          </a:xfrm>
          <a:prstGeom prst="rect">
            <a:avLst/>
          </a:prstGeom>
        </p:spPr>
        <p:txBody>
          <a:bodyPr/>
          <a:lstStyle/>
          <a:p>
            <a:fld id="{49DF86D6-4B9D-4B83-AF23-D696D3CD110A}" type="slidenum">
              <a:rPr lang="en-US" smtClean="0"/>
              <a:pPr/>
              <a:t>95</a:t>
            </a:fld>
            <a:endParaRPr lang="en-US"/>
          </a:p>
        </p:txBody>
      </p:sp>
      <p:pic>
        <p:nvPicPr>
          <p:cNvPr id="6" name="Picture 5"/>
          <p:cNvPicPr>
            <a:picLocks noChangeAspect="1"/>
          </p:cNvPicPr>
          <p:nvPr/>
        </p:nvPicPr>
        <p:blipFill>
          <a:blip r:embed="rId4"/>
          <a:stretch>
            <a:fillRect/>
          </a:stretch>
        </p:blipFill>
        <p:spPr>
          <a:xfrm>
            <a:off x="6810784" y="3123438"/>
            <a:ext cx="5076416" cy="2793076"/>
          </a:xfrm>
          <a:prstGeom prst="rect">
            <a:avLst/>
          </a:prstGeom>
        </p:spPr>
      </p:pic>
      <p:pic>
        <p:nvPicPr>
          <p:cNvPr id="7" name="Picture 6"/>
          <p:cNvPicPr>
            <a:picLocks noChangeAspect="1"/>
          </p:cNvPicPr>
          <p:nvPr/>
        </p:nvPicPr>
        <p:blipFill>
          <a:blip r:embed="rId5"/>
          <a:stretch>
            <a:fillRect/>
          </a:stretch>
        </p:blipFill>
        <p:spPr>
          <a:xfrm>
            <a:off x="5940664" y="1675329"/>
            <a:ext cx="5946536" cy="1395952"/>
          </a:xfrm>
          <a:prstGeom prst="rect">
            <a:avLst/>
          </a:prstGeom>
        </p:spPr>
      </p:pic>
    </p:spTree>
    <p:extLst>
      <p:ext uri="{BB962C8B-B14F-4D97-AF65-F5344CB8AC3E}">
        <p14:creationId xmlns:p14="http://schemas.microsoft.com/office/powerpoint/2010/main" val="4062257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C:\Users\RASMUS~1\AppData\Local\Temp\SNAGHTML59c60af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965" y="1653674"/>
            <a:ext cx="4448279" cy="28588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solidFill>
                  <a:srgbClr val="000000"/>
                </a:solidFill>
              </a:rPr>
              <a:t>Explain how to create a user</a:t>
            </a:r>
          </a:p>
        </p:txBody>
      </p:sp>
      <p:sp>
        <p:nvSpPr>
          <p:cNvPr id="6" name="Text Placeholder 5">
            <a:extLst>
              <a:ext uri="{FF2B5EF4-FFF2-40B4-BE49-F238E27FC236}">
                <a16:creationId xmlns:a16="http://schemas.microsoft.com/office/drawing/2014/main" id="{560D26DE-BE76-4337-A736-482397AF8241}"/>
              </a:ext>
            </a:extLst>
          </p:cNvPr>
          <p:cNvSpPr>
            <a:spLocks noGrp="1"/>
          </p:cNvSpPr>
          <p:nvPr>
            <p:ph type="body" idx="13"/>
          </p:nvPr>
        </p:nvSpPr>
        <p:spPr>
          <a:xfrm>
            <a:off x="457200" y="1256758"/>
            <a:ext cx="11274552" cy="246221"/>
          </a:xfrm>
        </p:spPr>
        <p:txBody>
          <a:bodyPr/>
          <a:lstStyle/>
          <a:p>
            <a:r>
              <a:rPr lang="en-US" dirty="0">
                <a:hlinkClick r:id="rId3"/>
              </a:rPr>
              <a:t>Manual : BIG-IP Systems: User Account Administration</a:t>
            </a:r>
            <a:r>
              <a:rPr lang="en-US" dirty="0"/>
              <a:t> </a:t>
            </a:r>
          </a:p>
        </p:txBody>
      </p:sp>
      <p:pic>
        <p:nvPicPr>
          <p:cNvPr id="11" name="Picture 10"/>
          <p:cNvPicPr>
            <a:picLocks noChangeAspect="1"/>
          </p:cNvPicPr>
          <p:nvPr/>
        </p:nvPicPr>
        <p:blipFill>
          <a:blip r:embed="rId4"/>
          <a:stretch>
            <a:fillRect/>
          </a:stretch>
        </p:blipFill>
        <p:spPr>
          <a:xfrm>
            <a:off x="4271401" y="3232457"/>
            <a:ext cx="3904411" cy="3445069"/>
          </a:xfrm>
          <a:prstGeom prst="rect">
            <a:avLst/>
          </a:prstGeom>
        </p:spPr>
      </p:pic>
      <p:pic>
        <p:nvPicPr>
          <p:cNvPr id="12" name="Picture 11"/>
          <p:cNvPicPr>
            <a:picLocks noChangeAspect="1"/>
          </p:cNvPicPr>
          <p:nvPr/>
        </p:nvPicPr>
        <p:blipFill>
          <a:blip r:embed="rId5"/>
          <a:stretch>
            <a:fillRect/>
          </a:stretch>
        </p:blipFill>
        <p:spPr>
          <a:xfrm>
            <a:off x="8357635" y="3223392"/>
            <a:ext cx="3821613" cy="2447767"/>
          </a:xfrm>
          <a:prstGeom prst="rect">
            <a:avLst/>
          </a:prstGeom>
        </p:spPr>
      </p:pic>
      <p:sp>
        <p:nvSpPr>
          <p:cNvPr id="15" name="Rectangle 14"/>
          <p:cNvSpPr/>
          <p:nvPr/>
        </p:nvSpPr>
        <p:spPr>
          <a:xfrm>
            <a:off x="267965" y="2150820"/>
            <a:ext cx="4448279" cy="107257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225988" y="4701638"/>
            <a:ext cx="1586753" cy="197588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0248200" y="4920750"/>
            <a:ext cx="1102658" cy="75041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797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100"/>
                                        </p:tgtEl>
                                        <p:attrNameLst>
                                          <p:attrName>style.visibility</p:attrName>
                                        </p:attrNameLst>
                                      </p:cBhvr>
                                      <p:to>
                                        <p:strVal val="visible"/>
                                      </p:to>
                                    </p:set>
                                    <p:anim calcmode="lin" valueType="num">
                                      <p:cBhvr>
                                        <p:cTn id="7" dur="500" fill="hold"/>
                                        <p:tgtEl>
                                          <p:spTgt spid="4100"/>
                                        </p:tgtEl>
                                        <p:attrNameLst>
                                          <p:attrName>ppt_w</p:attrName>
                                        </p:attrNameLst>
                                      </p:cBhvr>
                                      <p:tavLst>
                                        <p:tav tm="0">
                                          <p:val>
                                            <p:fltVal val="0"/>
                                          </p:val>
                                        </p:tav>
                                        <p:tav tm="100000">
                                          <p:val>
                                            <p:strVal val="#ppt_w"/>
                                          </p:val>
                                        </p:tav>
                                      </p:tavLst>
                                    </p:anim>
                                    <p:anim calcmode="lin" valueType="num">
                                      <p:cBhvr>
                                        <p:cTn id="8" dur="500" fill="hold"/>
                                        <p:tgtEl>
                                          <p:spTgt spid="4100"/>
                                        </p:tgtEl>
                                        <p:attrNameLst>
                                          <p:attrName>ppt_h</p:attrName>
                                        </p:attrNameLst>
                                      </p:cBhvr>
                                      <p:tavLst>
                                        <p:tav tm="0">
                                          <p:val>
                                            <p:fltVal val="0"/>
                                          </p:val>
                                        </p:tav>
                                        <p:tav tm="100000">
                                          <p:val>
                                            <p:strVal val="#ppt_h"/>
                                          </p:val>
                                        </p:tav>
                                      </p:tavLst>
                                    </p:anim>
                                    <p:animEffect transition="in" filter="fade">
                                      <p:cBhvr>
                                        <p:cTn id="9" dur="500"/>
                                        <p:tgtEl>
                                          <p:spTgt spid="4100"/>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par>
                          <p:cTn id="18" fill="hold">
                            <p:stCondLst>
                              <p:cond delay="500"/>
                            </p:stCondLst>
                            <p:childTnLst>
                              <p:par>
                                <p:cTn id="19" presetID="53" presetClass="entr" presetSubtype="16"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par>
                          <p:cTn id="33" fill="hold">
                            <p:stCondLst>
                              <p:cond delay="500"/>
                            </p:stCondLst>
                            <p:childTnLst>
                              <p:par>
                                <p:cTn id="34" presetID="53" presetClass="entr" presetSubtype="16"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B8FE99-D44E-4789-88FA-3CE2C2C76238}"/>
              </a:ext>
            </a:extLst>
          </p:cNvPr>
          <p:cNvSpPr>
            <a:spLocks noGrp="1"/>
          </p:cNvSpPr>
          <p:nvPr>
            <p:ph idx="1"/>
          </p:nvPr>
        </p:nvSpPr>
        <p:spPr/>
        <p:txBody>
          <a:bodyPr>
            <a:normAutofit/>
          </a:bodyPr>
          <a:lstStyle/>
          <a:p>
            <a:pPr>
              <a:lnSpc>
                <a:spcPct val="80000"/>
              </a:lnSpc>
            </a:pPr>
            <a:r>
              <a:rPr lang="en-US" dirty="0"/>
              <a:t>No Access</a:t>
            </a:r>
          </a:p>
          <a:p>
            <a:pPr lvl="1">
              <a:lnSpc>
                <a:spcPct val="80000"/>
              </a:lnSpc>
            </a:pPr>
            <a:r>
              <a:rPr lang="en-US" dirty="0"/>
              <a:t>Prevents users from accessing the system.</a:t>
            </a:r>
          </a:p>
          <a:p>
            <a:pPr>
              <a:lnSpc>
                <a:spcPct val="80000"/>
              </a:lnSpc>
            </a:pPr>
            <a:r>
              <a:rPr lang="en-US" dirty="0"/>
              <a:t>Guest</a:t>
            </a:r>
          </a:p>
          <a:p>
            <a:pPr lvl="1">
              <a:lnSpc>
                <a:spcPct val="80000"/>
              </a:lnSpc>
            </a:pPr>
            <a:r>
              <a:rPr lang="en-US" dirty="0"/>
              <a:t>Grants users limited, view-only access to a specific set of objects.</a:t>
            </a:r>
          </a:p>
          <a:p>
            <a:pPr>
              <a:lnSpc>
                <a:spcPct val="80000"/>
              </a:lnSpc>
            </a:pPr>
            <a:r>
              <a:rPr lang="en-US" dirty="0"/>
              <a:t>Operator</a:t>
            </a:r>
          </a:p>
          <a:p>
            <a:pPr lvl="1">
              <a:lnSpc>
                <a:spcPct val="80000"/>
              </a:lnSpc>
            </a:pPr>
            <a:r>
              <a:rPr lang="en-US" dirty="0"/>
              <a:t>Grants users permission to enable or disable existing nodes and pool members.</a:t>
            </a:r>
          </a:p>
          <a:p>
            <a:pPr>
              <a:lnSpc>
                <a:spcPct val="80000"/>
              </a:lnSpc>
            </a:pPr>
            <a:r>
              <a:rPr lang="en-US" dirty="0"/>
              <a:t>Application Editor</a:t>
            </a:r>
          </a:p>
          <a:p>
            <a:pPr lvl="1">
              <a:lnSpc>
                <a:spcPct val="80000"/>
              </a:lnSpc>
            </a:pPr>
            <a:r>
              <a:rPr lang="en-US" dirty="0"/>
              <a:t>Grants users permission to modify existing nodes, pools, pool members, and monitors.</a:t>
            </a:r>
          </a:p>
          <a:p>
            <a:pPr>
              <a:lnSpc>
                <a:spcPct val="80000"/>
              </a:lnSpc>
            </a:pPr>
            <a:r>
              <a:rPr lang="en-US" dirty="0"/>
              <a:t>Manager</a:t>
            </a:r>
          </a:p>
          <a:p>
            <a:pPr lvl="1">
              <a:lnSpc>
                <a:spcPct val="80000"/>
              </a:lnSpc>
            </a:pPr>
            <a:r>
              <a:rPr lang="en-US" dirty="0"/>
              <a:t>Permission to create, modify, and delete virtual servers, pools, pool members, nodes, custom profiles, custom monitors, and </a:t>
            </a:r>
            <a:r>
              <a:rPr lang="en-US" dirty="0" err="1"/>
              <a:t>iRules</a:t>
            </a:r>
            <a:r>
              <a:rPr lang="en-US" dirty="0"/>
              <a:t>.</a:t>
            </a:r>
          </a:p>
          <a:p>
            <a:pPr>
              <a:lnSpc>
                <a:spcPct val="80000"/>
              </a:lnSpc>
            </a:pPr>
            <a:r>
              <a:rPr lang="en-US" dirty="0"/>
              <a:t>Administrator</a:t>
            </a:r>
          </a:p>
          <a:p>
            <a:pPr lvl="1">
              <a:lnSpc>
                <a:spcPct val="80000"/>
              </a:lnSpc>
            </a:pPr>
            <a:r>
              <a:rPr lang="en-US" dirty="0"/>
              <a:t>Grants users complete access to all objects on the system.</a:t>
            </a:r>
          </a:p>
          <a:p>
            <a:endParaRPr lang="en-US" dirty="0"/>
          </a:p>
          <a:p>
            <a:endParaRPr lang="en-US" dirty="0"/>
          </a:p>
        </p:txBody>
      </p:sp>
      <p:sp>
        <p:nvSpPr>
          <p:cNvPr id="7" name="Text Placeholder 6">
            <a:extLst>
              <a:ext uri="{FF2B5EF4-FFF2-40B4-BE49-F238E27FC236}">
                <a16:creationId xmlns:a16="http://schemas.microsoft.com/office/drawing/2014/main" id="{1AADD5C1-2E94-47C1-BCEF-1FA83D8922EF}"/>
              </a:ext>
            </a:extLst>
          </p:cNvPr>
          <p:cNvSpPr>
            <a:spLocks noGrp="1"/>
          </p:cNvSpPr>
          <p:nvPr>
            <p:ph type="body" idx="13"/>
          </p:nvPr>
        </p:nvSpPr>
        <p:spPr>
          <a:xfrm>
            <a:off x="457200" y="1256758"/>
            <a:ext cx="11274552" cy="246221"/>
          </a:xfrm>
        </p:spPr>
        <p:txBody>
          <a:bodyPr/>
          <a:lstStyle/>
          <a:p>
            <a:r>
              <a:rPr lang="en-US" dirty="0">
                <a:hlinkClick r:id="rId2"/>
              </a:rPr>
              <a:t>Manual : BIG-IP Systems: User Account Administration</a:t>
            </a:r>
            <a:r>
              <a:rPr lang="en-US" dirty="0"/>
              <a:t> </a:t>
            </a:r>
          </a:p>
        </p:txBody>
      </p:sp>
      <p:sp>
        <p:nvSpPr>
          <p:cNvPr id="2" name="Footer Placeholder 1">
            <a:extLst>
              <a:ext uri="{FF2B5EF4-FFF2-40B4-BE49-F238E27FC236}">
                <a16:creationId xmlns:a16="http://schemas.microsoft.com/office/drawing/2014/main" id="{3BE6D0AF-13CC-4273-975C-2EBC0540304B}"/>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FEE9F8DB-25BB-485A-A48D-5A19EF745521}"/>
              </a:ext>
            </a:extLst>
          </p:cNvPr>
          <p:cNvSpPr>
            <a:spLocks noGrp="1"/>
          </p:cNvSpPr>
          <p:nvPr>
            <p:ph type="title"/>
          </p:nvPr>
        </p:nvSpPr>
        <p:spPr/>
        <p:txBody>
          <a:bodyPr/>
          <a:lstStyle/>
          <a:p>
            <a:r>
              <a:rPr lang="en-US" dirty="0"/>
              <a:t>User Roles (most common)</a:t>
            </a:r>
          </a:p>
        </p:txBody>
      </p:sp>
    </p:spTree>
    <p:extLst>
      <p:ext uri="{BB962C8B-B14F-4D97-AF65-F5344CB8AC3E}">
        <p14:creationId xmlns:p14="http://schemas.microsoft.com/office/powerpoint/2010/main" val="26677148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E3B43-051A-47D8-B58D-E1B3A3D8303C}"/>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3B066315-70BD-40E8-9B97-C79BE2A349EC}"/>
              </a:ext>
            </a:extLst>
          </p:cNvPr>
          <p:cNvSpPr>
            <a:spLocks noGrp="1"/>
          </p:cNvSpPr>
          <p:nvPr>
            <p:ph type="body" idx="13"/>
          </p:nvPr>
        </p:nvSpPr>
        <p:spPr/>
        <p:txBody>
          <a:bodyPr/>
          <a:lstStyle/>
          <a:p>
            <a:r>
              <a:rPr lang="en-US" dirty="0"/>
              <a:t>Just go back in and change them</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3.08 Explain how to modify user properties</a:t>
            </a:r>
          </a:p>
        </p:txBody>
      </p:sp>
      <p:pic>
        <p:nvPicPr>
          <p:cNvPr id="6" name="Picture 5">
            <a:extLst>
              <a:ext uri="{FF2B5EF4-FFF2-40B4-BE49-F238E27FC236}">
                <a16:creationId xmlns:a16="http://schemas.microsoft.com/office/drawing/2014/main" id="{0F36B45E-2AFB-49B3-B806-2E1F76122E9D}"/>
              </a:ext>
            </a:extLst>
          </p:cNvPr>
          <p:cNvPicPr>
            <a:picLocks noChangeAspect="1"/>
          </p:cNvPicPr>
          <p:nvPr/>
        </p:nvPicPr>
        <p:blipFill>
          <a:blip r:embed="rId2"/>
          <a:stretch>
            <a:fillRect/>
          </a:stretch>
        </p:blipFill>
        <p:spPr>
          <a:xfrm>
            <a:off x="128313" y="2743200"/>
            <a:ext cx="7871552" cy="2093753"/>
          </a:xfrm>
          <a:prstGeom prst="rect">
            <a:avLst/>
          </a:prstGeom>
        </p:spPr>
      </p:pic>
      <p:pic>
        <p:nvPicPr>
          <p:cNvPr id="7" name="Picture 6">
            <a:extLst>
              <a:ext uri="{FF2B5EF4-FFF2-40B4-BE49-F238E27FC236}">
                <a16:creationId xmlns:a16="http://schemas.microsoft.com/office/drawing/2014/main" id="{7FB1EC9A-3C60-4DFE-97FF-4743AFBB8D23}"/>
              </a:ext>
            </a:extLst>
          </p:cNvPr>
          <p:cNvPicPr>
            <a:picLocks noChangeAspect="1"/>
          </p:cNvPicPr>
          <p:nvPr/>
        </p:nvPicPr>
        <p:blipFill>
          <a:blip r:embed="rId3"/>
          <a:stretch>
            <a:fillRect/>
          </a:stretch>
        </p:blipFill>
        <p:spPr>
          <a:xfrm>
            <a:off x="8127912" y="2743200"/>
            <a:ext cx="3603840" cy="4017726"/>
          </a:xfrm>
          <a:prstGeom prst="rect">
            <a:avLst/>
          </a:prstGeom>
        </p:spPr>
      </p:pic>
    </p:spTree>
    <p:extLst>
      <p:ext uri="{BB962C8B-B14F-4D97-AF65-F5344CB8AC3E}">
        <p14:creationId xmlns:p14="http://schemas.microsoft.com/office/powerpoint/2010/main" val="127827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mph" presetSubtype="0" nodeType="clickEffect">
                                  <p:stCondLst>
                                    <p:cond delay="0"/>
                                  </p:stCondLst>
                                  <p:childTnLst>
                                    <p:set>
                                      <p:cBhvr rctx="PPT">
                                        <p:cTn id="13" dur="indefinite"/>
                                        <p:tgtEl>
                                          <p:spTgt spid="6"/>
                                        </p:tgtEl>
                                        <p:attrNameLst>
                                          <p:attrName>style.opacity</p:attrName>
                                        </p:attrNameLst>
                                      </p:cBhvr>
                                      <p:to>
                                        <p:strVal val="0.5"/>
                                      </p:to>
                                    </p:set>
                                    <p:animEffect filter="image" prLst="opacity: 0.5">
                                      <p:cBhvr rctx="IE">
                                        <p:cTn id="14" dur="indefinite"/>
                                        <p:tgtEl>
                                          <p:spTgt spid="6"/>
                                        </p:tgtEl>
                                      </p:cBhvr>
                                    </p:animEffect>
                                  </p:childTnLst>
                                </p:cTn>
                              </p:par>
                            </p:childTnLst>
                          </p:cTn>
                        </p:par>
                        <p:par>
                          <p:cTn id="15" fill="hold">
                            <p:stCondLst>
                              <p:cond delay="0"/>
                            </p:stCondLst>
                            <p:childTnLst>
                              <p:par>
                                <p:cTn id="16" presetID="53" presetClass="entr" presetSubtype="16"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631AC8-5A66-4F39-80A1-B66BA1AD49F6}"/>
              </a:ext>
            </a:extLst>
          </p:cNvPr>
          <p:cNvSpPr>
            <a:spLocks noGrp="1"/>
          </p:cNvSpPr>
          <p:nvPr>
            <p:ph idx="1"/>
          </p:nvPr>
        </p:nvSpPr>
        <p:spPr/>
        <p:txBody>
          <a:bodyPr>
            <a:normAutofit/>
          </a:bodyPr>
          <a:lstStyle/>
          <a:p>
            <a:r>
              <a:rPr lang="en-US" dirty="0"/>
              <a:t>Still will always need a least one admin local account </a:t>
            </a:r>
          </a:p>
          <a:p>
            <a:pPr lvl="1"/>
            <a:r>
              <a:rPr lang="en-US" dirty="0"/>
              <a:t>For config sync functionality</a:t>
            </a:r>
          </a:p>
          <a:p>
            <a:pPr lvl="1"/>
            <a:r>
              <a:rPr lang="en-US" dirty="0"/>
              <a:t>In case you lose access to authentication server</a:t>
            </a:r>
          </a:p>
          <a:p>
            <a:r>
              <a:rPr lang="en-US" dirty="0"/>
              <a:t>Supports AD, LDAP, TACACS+ and RADIUS</a:t>
            </a:r>
          </a:p>
        </p:txBody>
      </p:sp>
      <p:sp>
        <p:nvSpPr>
          <p:cNvPr id="3" name="Text Placeholder 2">
            <a:extLst>
              <a:ext uri="{FF2B5EF4-FFF2-40B4-BE49-F238E27FC236}">
                <a16:creationId xmlns:a16="http://schemas.microsoft.com/office/drawing/2014/main" id="{71C94864-3D9C-4FB7-A37D-C17D03736CC3}"/>
              </a:ext>
            </a:extLst>
          </p:cNvPr>
          <p:cNvSpPr>
            <a:spLocks noGrp="1"/>
          </p:cNvSpPr>
          <p:nvPr>
            <p:ph type="body" idx="13"/>
          </p:nvPr>
        </p:nvSpPr>
        <p:spPr>
          <a:xfrm>
            <a:off x="457200" y="1256758"/>
            <a:ext cx="11274552" cy="246221"/>
          </a:xfrm>
        </p:spPr>
        <p:txBody>
          <a:bodyPr/>
          <a:lstStyle/>
          <a:p>
            <a:r>
              <a:rPr lang="en-US" dirty="0">
                <a:hlinkClick r:id="rId2"/>
              </a:rPr>
              <a:t>Manual : BIG-IP Systems: User Account Administration</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dirty="0"/>
              <a:t>3.08 Explain options for remote authentication provider</a:t>
            </a:r>
          </a:p>
        </p:txBody>
      </p:sp>
      <p:pic>
        <p:nvPicPr>
          <p:cNvPr id="9" name="Picture 8">
            <a:extLst>
              <a:ext uri="{FF2B5EF4-FFF2-40B4-BE49-F238E27FC236}">
                <a16:creationId xmlns:a16="http://schemas.microsoft.com/office/drawing/2014/main" id="{40DFD888-FEB8-4ADF-B33E-4F3AE98CD66D}"/>
              </a:ext>
            </a:extLst>
          </p:cNvPr>
          <p:cNvPicPr>
            <a:picLocks noChangeAspect="1"/>
          </p:cNvPicPr>
          <p:nvPr/>
        </p:nvPicPr>
        <p:blipFill>
          <a:blip r:embed="rId3"/>
          <a:stretch>
            <a:fillRect/>
          </a:stretch>
        </p:blipFill>
        <p:spPr>
          <a:xfrm>
            <a:off x="6303503" y="1502979"/>
            <a:ext cx="4723389" cy="4998436"/>
          </a:xfrm>
          <a:prstGeom prst="rect">
            <a:avLst/>
          </a:prstGeom>
        </p:spPr>
      </p:pic>
    </p:spTree>
    <p:extLst>
      <p:ext uri="{BB962C8B-B14F-4D97-AF65-F5344CB8AC3E}">
        <p14:creationId xmlns:p14="http://schemas.microsoft.com/office/powerpoint/2010/main" val="10439291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8075B-32A3-4A6D-83C0-3E3C84AEA362}"/>
              </a:ext>
            </a:extLst>
          </p:cNvPr>
          <p:cNvSpPr>
            <a:spLocks noGrp="1"/>
          </p:cNvSpPr>
          <p:nvPr>
            <p:ph idx="1"/>
          </p:nvPr>
        </p:nvSpPr>
        <p:spPr>
          <a:xfrm>
            <a:off x="457201" y="1967113"/>
            <a:ext cx="11274551" cy="4456946"/>
          </a:xfrm>
        </p:spPr>
        <p:txBody>
          <a:bodyPr/>
          <a:lstStyle/>
          <a:p>
            <a:r>
              <a:rPr lang="en-US" dirty="0"/>
              <a:t>For a remote group you can chose to:</a:t>
            </a:r>
          </a:p>
          <a:p>
            <a:pPr lvl="1"/>
            <a:r>
              <a:rPr lang="en-US" dirty="0"/>
              <a:t>Enable/disable remote access</a:t>
            </a:r>
          </a:p>
          <a:p>
            <a:pPr lvl="1"/>
            <a:r>
              <a:rPr lang="en-US" dirty="0"/>
              <a:t>Assign a permissions role to members of the group</a:t>
            </a:r>
          </a:p>
          <a:p>
            <a:pPr lvl="1"/>
            <a:r>
              <a:rPr lang="en-US" dirty="0"/>
              <a:t>Select All/Common/Specific name partition access</a:t>
            </a:r>
          </a:p>
          <a:p>
            <a:pPr lvl="1"/>
            <a:r>
              <a:rPr lang="en-US" dirty="0"/>
              <a:t>Select the type of terminal access required.</a:t>
            </a:r>
          </a:p>
          <a:p>
            <a:endParaRPr lang="en-US" dirty="0"/>
          </a:p>
        </p:txBody>
      </p:sp>
      <p:sp>
        <p:nvSpPr>
          <p:cNvPr id="7" name="Text Placeholder 6">
            <a:extLst>
              <a:ext uri="{FF2B5EF4-FFF2-40B4-BE49-F238E27FC236}">
                <a16:creationId xmlns:a16="http://schemas.microsoft.com/office/drawing/2014/main" id="{38B4AA39-4650-4C58-AD3A-8B982DA479ED}"/>
              </a:ext>
            </a:extLst>
          </p:cNvPr>
          <p:cNvSpPr>
            <a:spLocks noGrp="1"/>
          </p:cNvSpPr>
          <p:nvPr>
            <p:ph type="body" idx="13"/>
          </p:nvPr>
        </p:nvSpPr>
        <p:spPr>
          <a:xfrm>
            <a:off x="457200" y="1256758"/>
            <a:ext cx="11274552" cy="246221"/>
          </a:xfrm>
        </p:spPr>
        <p:txBody>
          <a:bodyPr/>
          <a:lstStyle/>
          <a:p>
            <a:r>
              <a:rPr lang="en-US" dirty="0">
                <a:hlinkClick r:id="rId2"/>
              </a:rPr>
              <a:t>Manual : BIG-IP Systems: User Account Administration</a:t>
            </a:r>
            <a:r>
              <a:rPr lang="en-US" dirty="0"/>
              <a:t> </a:t>
            </a:r>
          </a:p>
        </p:txBody>
      </p:sp>
      <p:sp>
        <p:nvSpPr>
          <p:cNvPr id="4" name="Footer Placeholder 3">
            <a:extLst>
              <a:ext uri="{FF2B5EF4-FFF2-40B4-BE49-F238E27FC236}">
                <a16:creationId xmlns:a16="http://schemas.microsoft.com/office/drawing/2014/main" id="{C37D34C2-17DC-47FE-83FB-EB836ED5EEDE}"/>
              </a:ext>
            </a:extLst>
          </p:cNvPr>
          <p:cNvSpPr>
            <a:spLocks noGrp="1"/>
          </p:cNvSpPr>
          <p:nvPr>
            <p:ph type="ftr" sz="quarter" idx="14"/>
          </p:nvPr>
        </p:nvSpPr>
        <p:spPr>
          <a:xfrm>
            <a:off x="1165108" y="6482860"/>
            <a:ext cx="901935" cy="123111"/>
          </a:xfrm>
          <a:prstGeom prst="rect">
            <a:avLst/>
          </a:prstGeom>
          <a:noFill/>
        </p:spPr>
        <p:txBody>
          <a:bodyPr wrap="square" lIns="0" tIns="0" rIns="0" bIns="0" rtlCol="0">
            <a:spAutoFit/>
          </a:bodyPr>
          <a:lstStyle>
            <a:defPPr>
              <a:defRPr lang="en-US"/>
            </a:defPPr>
            <a:lvl1pPr marL="0" algn="l" defTabSz="914400" rtl="0" eaLnBrk="1" latinLnBrk="0" hangingPunct="1">
              <a:defRPr lang="en-US" sz="80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endParaRPr lang="en-US" dirty="0"/>
          </a:p>
        </p:txBody>
      </p:sp>
      <p:sp>
        <p:nvSpPr>
          <p:cNvPr id="5" name="Title 4">
            <a:extLst>
              <a:ext uri="{FF2B5EF4-FFF2-40B4-BE49-F238E27FC236}">
                <a16:creationId xmlns:a16="http://schemas.microsoft.com/office/drawing/2014/main" id="{14D9044B-2ABE-40D2-8E03-DB757DC69245}"/>
              </a:ext>
            </a:extLst>
          </p:cNvPr>
          <p:cNvSpPr>
            <a:spLocks noGrp="1"/>
          </p:cNvSpPr>
          <p:nvPr>
            <p:ph type="title"/>
          </p:nvPr>
        </p:nvSpPr>
        <p:spPr/>
        <p:txBody>
          <a:bodyPr/>
          <a:lstStyle/>
          <a:p>
            <a:r>
              <a:rPr lang="en-US" sz="3200" dirty="0"/>
              <a:t>3.08 Explain use of groups using remote authentication provider</a:t>
            </a:r>
          </a:p>
        </p:txBody>
      </p:sp>
      <p:pic>
        <p:nvPicPr>
          <p:cNvPr id="2" name="Picture 1">
            <a:extLst>
              <a:ext uri="{FF2B5EF4-FFF2-40B4-BE49-F238E27FC236}">
                <a16:creationId xmlns:a16="http://schemas.microsoft.com/office/drawing/2014/main" id="{7A482F4E-A1AD-454D-96C9-3F4241E18AEB}"/>
              </a:ext>
            </a:extLst>
          </p:cNvPr>
          <p:cNvPicPr>
            <a:picLocks noChangeAspect="1"/>
          </p:cNvPicPr>
          <p:nvPr/>
        </p:nvPicPr>
        <p:blipFill>
          <a:blip r:embed="rId3"/>
          <a:stretch>
            <a:fillRect/>
          </a:stretch>
        </p:blipFill>
        <p:spPr>
          <a:xfrm>
            <a:off x="712777" y="4195586"/>
            <a:ext cx="8932798" cy="2205214"/>
          </a:xfrm>
          <a:prstGeom prst="rect">
            <a:avLst/>
          </a:prstGeom>
        </p:spPr>
      </p:pic>
    </p:spTree>
    <p:extLst>
      <p:ext uri="{BB962C8B-B14F-4D97-AF65-F5344CB8AC3E}">
        <p14:creationId xmlns:p14="http://schemas.microsoft.com/office/powerpoint/2010/main" val="13593723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20787811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5EA28-2DE1-4508-BA04-50D1BB8DA334}"/>
              </a:ext>
            </a:extLst>
          </p:cNvPr>
          <p:cNvSpPr>
            <a:spLocks noGrp="1"/>
          </p:cNvSpPr>
          <p:nvPr>
            <p:ph type="title"/>
          </p:nvPr>
        </p:nvSpPr>
        <p:spPr>
          <a:xfrm>
            <a:off x="534703" y="205777"/>
            <a:ext cx="7415242" cy="939799"/>
          </a:xfrm>
        </p:spPr>
        <p:txBody>
          <a:bodyPr/>
          <a:lstStyle/>
          <a:p>
            <a:r>
              <a:rPr lang="en-US" dirty="0"/>
              <a:t>2.09</a:t>
            </a:r>
          </a:p>
        </p:txBody>
      </p:sp>
      <p:sp>
        <p:nvSpPr>
          <p:cNvPr id="7" name="Text Placeholder 6">
            <a:extLst>
              <a:ext uri="{FF2B5EF4-FFF2-40B4-BE49-F238E27FC236}">
                <a16:creationId xmlns:a16="http://schemas.microsoft.com/office/drawing/2014/main" id="{A13967C1-53AE-443D-A74B-1797CF50360D}"/>
              </a:ext>
            </a:extLst>
          </p:cNvPr>
          <p:cNvSpPr>
            <a:spLocks noGrp="1"/>
          </p:cNvSpPr>
          <p:nvPr>
            <p:ph type="body" idx="1"/>
          </p:nvPr>
        </p:nvSpPr>
        <p:spPr>
          <a:xfrm>
            <a:off x="648352" y="1138736"/>
            <a:ext cx="10676140" cy="5344124"/>
          </a:xfrm>
        </p:spPr>
        <p:txBody>
          <a:bodyPr>
            <a:normAutofit/>
          </a:bodyPr>
          <a:lstStyle/>
          <a:p>
            <a:r>
              <a:rPr lang="en-US" sz="2800" dirty="0"/>
              <a:t>Determine how to deploy or upgrade </a:t>
            </a:r>
            <a:r>
              <a:rPr lang="en-US" sz="2800" dirty="0" err="1"/>
              <a:t>vCMP</a:t>
            </a:r>
            <a:r>
              <a:rPr lang="en-US" sz="2800" dirty="0"/>
              <a:t> guests and how the resources are distributed</a:t>
            </a:r>
          </a:p>
          <a:p>
            <a:pPr marL="342900" indent="-342900">
              <a:buFont typeface="Arial" panose="020B0604020202020204" pitchFamily="34" charset="0"/>
              <a:buChar char="•"/>
            </a:pPr>
            <a:r>
              <a:rPr lang="en-US" dirty="0"/>
              <a:t>Explain the different </a:t>
            </a:r>
            <a:r>
              <a:rPr lang="en-US" dirty="0" err="1"/>
              <a:t>vCMP</a:t>
            </a:r>
            <a:r>
              <a:rPr lang="en-US" dirty="0"/>
              <a:t> guest deployment states</a:t>
            </a:r>
          </a:p>
          <a:p>
            <a:pPr marL="342900" indent="-342900">
              <a:buFont typeface="Arial" panose="020B0604020202020204" pitchFamily="34" charset="0"/>
              <a:buChar char="•"/>
            </a:pPr>
            <a:r>
              <a:rPr lang="en-US" dirty="0"/>
              <a:t>Discuss the relationship between CPU and memory on </a:t>
            </a:r>
            <a:r>
              <a:rPr lang="en-US" dirty="0" err="1"/>
              <a:t>vCMP</a:t>
            </a:r>
            <a:endParaRPr lang="en-US" dirty="0"/>
          </a:p>
          <a:p>
            <a:pPr marL="342900" indent="-342900">
              <a:buFont typeface="Arial" panose="020B0604020202020204" pitchFamily="34" charset="0"/>
              <a:buChar char="•"/>
            </a:pPr>
            <a:r>
              <a:rPr lang="en-US" dirty="0"/>
              <a:t>Select which versions can run on a guest given host version</a:t>
            </a:r>
          </a:p>
          <a:p>
            <a:pPr marL="342900" indent="-342900">
              <a:buFont typeface="Arial" panose="020B0604020202020204" pitchFamily="34" charset="0"/>
              <a:buChar char="•"/>
            </a:pPr>
            <a:r>
              <a:rPr lang="en-US" dirty="0"/>
              <a:t>Understand the relationship of network configuration objects between </a:t>
            </a:r>
            <a:r>
              <a:rPr lang="en-US" dirty="0" err="1"/>
              <a:t>vCMP</a:t>
            </a:r>
            <a:r>
              <a:rPr lang="en-US" dirty="0"/>
              <a:t> hosts and </a:t>
            </a:r>
            <a:r>
              <a:rPr lang="en-US" dirty="0" err="1"/>
              <a:t>vCMP</a:t>
            </a:r>
            <a:r>
              <a:rPr lang="en-US" dirty="0"/>
              <a:t> guests</a:t>
            </a:r>
          </a:p>
          <a:p>
            <a:endParaRPr lang="en-US" sz="2800" dirty="0"/>
          </a:p>
          <a:p>
            <a:endParaRPr lang="en-US" sz="2800" dirty="0"/>
          </a:p>
        </p:txBody>
      </p:sp>
    </p:spTree>
    <p:extLst>
      <p:ext uri="{BB962C8B-B14F-4D97-AF65-F5344CB8AC3E}">
        <p14:creationId xmlns:p14="http://schemas.microsoft.com/office/powerpoint/2010/main" val="4164047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C77092-354C-42BC-82B1-4543261885EB}"/>
              </a:ext>
            </a:extLst>
          </p:cNvPr>
          <p:cNvSpPr>
            <a:spLocks noGrp="1"/>
          </p:cNvSpPr>
          <p:nvPr>
            <p:ph idx="1"/>
          </p:nvPr>
        </p:nvSpPr>
        <p:spPr/>
        <p:txBody>
          <a:bodyPr/>
          <a:lstStyle/>
          <a:p>
            <a:pPr lvl="1"/>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hlinkClick r:id="rId2"/>
              </a:rPr>
              <a:t>Manual Chapter: Virtual Servers</a:t>
            </a:r>
            <a:r>
              <a:rPr kumimoji="0" lang="en-US" sz="1800" i="0" u="none" strike="noStrike" kern="100" cap="all" spc="50" normalizeH="0" baseline="0" noProof="0" dirty="0">
                <a:ln>
                  <a:noFill/>
                </a:ln>
                <a:solidFill>
                  <a:srgbClr val="7D7D7D"/>
                </a:solidFill>
                <a:effectLst/>
                <a:uLnTx/>
                <a:uFillTx/>
                <a:latin typeface="+mn-lt"/>
                <a:ea typeface="+mn-ea"/>
                <a:cs typeface="Arial" panose="020B0604020202020204" pitchFamily="34" charset="0"/>
              </a:rPr>
              <a:t> </a:t>
            </a:r>
          </a:p>
          <a:p>
            <a:pPr lvl="1"/>
            <a:r>
              <a:rPr lang="fr-FR" dirty="0">
                <a:hlinkClick r:id="rId3"/>
              </a:rPr>
              <a:t>Manual </a:t>
            </a:r>
            <a:r>
              <a:rPr lang="fr-FR" dirty="0" err="1">
                <a:hlinkClick r:id="rId3"/>
              </a:rPr>
              <a:t>Chapter</a:t>
            </a:r>
            <a:r>
              <a:rPr lang="fr-FR" dirty="0">
                <a:hlinkClick r:id="rId3"/>
              </a:rPr>
              <a:t> : Session </a:t>
            </a:r>
            <a:r>
              <a:rPr lang="fr-FR" dirty="0" err="1">
                <a:hlinkClick r:id="rId3"/>
              </a:rPr>
              <a:t>Persistence</a:t>
            </a:r>
            <a:r>
              <a:rPr lang="fr-FR" dirty="0">
                <a:hlinkClick r:id="rId3"/>
              </a:rPr>
              <a:t> Profiles</a:t>
            </a:r>
            <a:endParaRPr lang="en-US" b="1" cap="all" spc="50" dirty="0">
              <a:solidFill>
                <a:srgbClr val="7D7D7D"/>
              </a:solidFill>
              <a:latin typeface="Arial Narrow" panose="020B0606020202030204" pitchFamily="34" charset="0"/>
            </a:endParaRPr>
          </a:p>
          <a:p>
            <a:pPr lvl="1"/>
            <a:endParaRPr lang="en-US" dirty="0"/>
          </a:p>
        </p:txBody>
      </p:sp>
      <p:sp>
        <p:nvSpPr>
          <p:cNvPr id="3" name="Title 2">
            <a:extLst>
              <a:ext uri="{FF2B5EF4-FFF2-40B4-BE49-F238E27FC236}">
                <a16:creationId xmlns:a16="http://schemas.microsoft.com/office/drawing/2014/main" id="{CE183D47-7B25-40B9-89DC-B8851E34FD97}"/>
              </a:ext>
            </a:extLst>
          </p:cNvPr>
          <p:cNvSpPr>
            <a:spLocks noGrp="1"/>
          </p:cNvSpPr>
          <p:nvPr>
            <p:ph type="title"/>
          </p:nvPr>
        </p:nvSpPr>
        <p:spPr/>
        <p:txBody>
          <a:bodyPr/>
          <a:lstStyle/>
          <a:p>
            <a:r>
              <a:rPr lang="en-US" dirty="0"/>
              <a:t>Topic Resources</a:t>
            </a:r>
          </a:p>
        </p:txBody>
      </p:sp>
    </p:spTree>
    <p:extLst>
      <p:ext uri="{BB962C8B-B14F-4D97-AF65-F5344CB8AC3E}">
        <p14:creationId xmlns:p14="http://schemas.microsoft.com/office/powerpoint/2010/main" val="40700894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5453-C6F5-4613-A889-0B4982A2C0D8}"/>
              </a:ext>
            </a:extLst>
          </p:cNvPr>
          <p:cNvSpPr>
            <a:spLocks noGrp="1"/>
          </p:cNvSpPr>
          <p:nvPr>
            <p:ph type="title"/>
          </p:nvPr>
        </p:nvSpPr>
        <p:spPr/>
        <p:txBody>
          <a:bodyPr/>
          <a:lstStyle/>
          <a:p>
            <a:r>
              <a:rPr lang="en-US" dirty="0"/>
              <a:t>BREAKTIME</a:t>
            </a:r>
          </a:p>
        </p:txBody>
      </p:sp>
      <p:sp>
        <p:nvSpPr>
          <p:cNvPr id="3" name="Text Placeholder 2">
            <a:extLst>
              <a:ext uri="{FF2B5EF4-FFF2-40B4-BE49-F238E27FC236}">
                <a16:creationId xmlns:a16="http://schemas.microsoft.com/office/drawing/2014/main" id="{CE5AD864-FFD2-4819-B583-C43D844CB894}"/>
              </a:ext>
            </a:extLst>
          </p:cNvPr>
          <p:cNvSpPr>
            <a:spLocks noGrp="1"/>
          </p:cNvSpPr>
          <p:nvPr>
            <p:ph type="body" idx="1"/>
          </p:nvPr>
        </p:nvSpPr>
        <p:spPr/>
        <p:txBody>
          <a:bodyPr>
            <a:normAutofit/>
          </a:bodyPr>
          <a:lstStyle/>
          <a:p>
            <a:endParaRPr lang="en-US" dirty="0"/>
          </a:p>
        </p:txBody>
      </p:sp>
      <p:sp>
        <p:nvSpPr>
          <p:cNvPr id="4" name="Footer Placeholder 3">
            <a:extLst>
              <a:ext uri="{FF2B5EF4-FFF2-40B4-BE49-F238E27FC236}">
                <a16:creationId xmlns:a16="http://schemas.microsoft.com/office/drawing/2014/main" id="{9A37DBC9-77F3-49B7-9BB7-C59C62266F07}"/>
              </a:ext>
            </a:extLst>
          </p:cNvPr>
          <p:cNvSpPr>
            <a:spLocks noGrp="1"/>
          </p:cNvSpPr>
          <p:nvPr>
            <p:ph type="ftr" sz="quarter" idx="4294967295"/>
          </p:nvPr>
        </p:nvSpPr>
        <p:spPr>
          <a:xfrm>
            <a:off x="1165108" y="6482860"/>
            <a:ext cx="901935" cy="123111"/>
          </a:xfrm>
          <a:prstGeom prst="rect">
            <a:avLst/>
          </a:prstGeom>
        </p:spPr>
        <p:txBody>
          <a:bodyPr/>
          <a:lstStyle/>
          <a:p>
            <a:endParaRPr lang="en-US" dirty="0"/>
          </a:p>
        </p:txBody>
      </p:sp>
    </p:spTree>
    <p:extLst>
      <p:ext uri="{BB962C8B-B14F-4D97-AF65-F5344CB8AC3E}">
        <p14:creationId xmlns:p14="http://schemas.microsoft.com/office/powerpoint/2010/main" val="9713526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3FA62B-09DE-4692-BF22-7B5D8DB69F34}"/>
              </a:ext>
            </a:extLst>
          </p:cNvPr>
          <p:cNvSpPr>
            <a:spLocks noGrp="1"/>
          </p:cNvSpPr>
          <p:nvPr>
            <p:ph type="title"/>
          </p:nvPr>
        </p:nvSpPr>
        <p:spPr/>
        <p:txBody>
          <a:bodyPr/>
          <a:lstStyle/>
          <a:p>
            <a:r>
              <a:rPr lang="en-US" sz="36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F5 Learning: Getting Started with BIG-IP</a:t>
            </a:r>
            <a:endParaRPr lang="en-US" dirty="0"/>
          </a:p>
        </p:txBody>
      </p:sp>
      <p:sp>
        <p:nvSpPr>
          <p:cNvPr id="6" name="TextBox 5">
            <a:extLst>
              <a:ext uri="{FF2B5EF4-FFF2-40B4-BE49-F238E27FC236}">
                <a16:creationId xmlns:a16="http://schemas.microsoft.com/office/drawing/2014/main" id="{FA893E34-CB1A-498F-B177-688175CF8484}"/>
              </a:ext>
            </a:extLst>
          </p:cNvPr>
          <p:cNvSpPr txBox="1"/>
          <p:nvPr/>
        </p:nvSpPr>
        <p:spPr>
          <a:xfrm>
            <a:off x="457200" y="1430816"/>
            <a:ext cx="11364686" cy="4996543"/>
          </a:xfrm>
          <a:prstGeom prst="rect">
            <a:avLst/>
          </a:prstGeom>
          <a:noFill/>
        </p:spPr>
        <p:txBody>
          <a:bodyPr wrap="square">
            <a:normAutofit fontScale="92500" lnSpcReduction="10000"/>
          </a:bodyPr>
          <a:lstStyle/>
          <a:p>
            <a:r>
              <a:rPr lang="en-US" dirty="0"/>
              <a:t>This course is divided into two modules:</a:t>
            </a:r>
          </a:p>
          <a:p>
            <a:endParaRPr lang="en-US" dirty="0"/>
          </a:p>
          <a:p>
            <a:r>
              <a:rPr lang="en-US" dirty="0"/>
              <a:t>The </a:t>
            </a:r>
            <a:r>
              <a:rPr lang="en-US" b="1" dirty="0"/>
              <a:t>Administration module</a:t>
            </a:r>
            <a:r>
              <a:rPr lang="en-US" dirty="0"/>
              <a:t> focuses on basic administrative activities on the BIG-IP system. You’ll learn how to activate a new BIG-IP system for operation, including configuring the management port, licensing, provisioning, and basic network configuration. You’ll learn how to archive the BIG-IP configuration in support of data center backup and recovery activities. Finally, you’ll learn how to verify the proper operation of your BIG-IP system by using the online BIG-IP </a:t>
            </a:r>
            <a:r>
              <a:rPr lang="en-US" dirty="0" err="1"/>
              <a:t>iHealth</a:t>
            </a:r>
            <a:r>
              <a:rPr lang="en-US" dirty="0"/>
              <a:t>® diagnostic tool.</a:t>
            </a:r>
          </a:p>
          <a:p>
            <a:r>
              <a:rPr lang="en-US" b="1" dirty="0"/>
              <a:t>Launch:</a:t>
            </a:r>
            <a:r>
              <a:rPr lang="en-US" dirty="0"/>
              <a:t> </a:t>
            </a:r>
            <a:r>
              <a:rPr lang="en-US" dirty="0">
                <a:hlinkClick r:id="rId3"/>
              </a:rPr>
              <a:t>Getting Started with BIG-IP Part 1: Administration</a:t>
            </a:r>
            <a:endParaRPr lang="en-US" dirty="0"/>
          </a:p>
          <a:p>
            <a:r>
              <a:rPr lang="en-US" b="1" dirty="0"/>
              <a:t>Demo: </a:t>
            </a:r>
            <a:r>
              <a:rPr lang="en-US" dirty="0">
                <a:hlinkClick r:id="rId4"/>
              </a:rPr>
              <a:t>Setup Utility</a:t>
            </a:r>
            <a:endParaRPr lang="en-US" dirty="0"/>
          </a:p>
          <a:p>
            <a:r>
              <a:rPr lang="en-US" dirty="0"/>
              <a:t> </a:t>
            </a:r>
          </a:p>
          <a:p>
            <a:r>
              <a:rPr lang="en-US" dirty="0"/>
              <a:t>The </a:t>
            </a:r>
            <a:r>
              <a:rPr lang="en-US" b="1" dirty="0"/>
              <a:t>Application Delivery module</a:t>
            </a:r>
            <a:r>
              <a:rPr lang="en-US" dirty="0"/>
              <a:t> focuses on the basic building blocks of BIG-IP configuration in support of application delivery including nodes, pools and pool members, virtual servers, monitors, and profiles. You’ll learn how to configure a basic web application that is delivered through the BIG-IP system, and includes round robin load balancing, HTTP application health monitoring, overcoming routing issues with SNATs, and SSL offload (client SSL termination). You’ll also learn how to review the flow of application traffic through the BIG-IP system using local traffic statistics.</a:t>
            </a:r>
            <a:br>
              <a:rPr lang="en-US" dirty="0"/>
            </a:br>
            <a:endParaRPr lang="en-US" dirty="0"/>
          </a:p>
          <a:p>
            <a:r>
              <a:rPr lang="en-US" b="1" dirty="0"/>
              <a:t>Launch:</a:t>
            </a:r>
            <a:r>
              <a:rPr lang="en-US" dirty="0"/>
              <a:t> </a:t>
            </a:r>
            <a:r>
              <a:rPr lang="en-US" dirty="0">
                <a:hlinkClick r:id="rId5"/>
              </a:rPr>
              <a:t>Getting Started with BIG-IP Part 2: Application Delivery</a:t>
            </a:r>
            <a:endParaRPr lang="en-US" dirty="0"/>
          </a:p>
          <a:p>
            <a:r>
              <a:rPr lang="en-US" b="1" dirty="0"/>
              <a:t>Demo:</a:t>
            </a:r>
            <a:r>
              <a:rPr lang="en-US" dirty="0"/>
              <a:t> </a:t>
            </a:r>
            <a:r>
              <a:rPr lang="en-US" dirty="0">
                <a:hlinkClick r:id="rId6"/>
              </a:rPr>
              <a:t>Application Delivery</a:t>
            </a:r>
            <a:endParaRPr lang="en-US" dirty="0"/>
          </a:p>
          <a:p>
            <a:r>
              <a:rPr lang="en-US" dirty="0"/>
              <a:t>To access Getting Started Virtual Labs, please login or create an account in the new </a:t>
            </a:r>
            <a:r>
              <a:rPr lang="en-US" dirty="0">
                <a:hlinkClick r:id="rId7"/>
              </a:rPr>
              <a:t>LearnF5</a:t>
            </a:r>
            <a:r>
              <a:rPr lang="en-US" dirty="0"/>
              <a:t>, then search for "Getting Started with BIG-IP".</a:t>
            </a:r>
          </a:p>
        </p:txBody>
      </p:sp>
    </p:spTree>
    <p:extLst>
      <p:ext uri="{BB962C8B-B14F-4D97-AF65-F5344CB8AC3E}">
        <p14:creationId xmlns:p14="http://schemas.microsoft.com/office/powerpoint/2010/main" val="22435149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A894F4-7C49-47AF-96ED-37D50A46C133}"/>
              </a:ext>
            </a:extLst>
          </p:cNvPr>
          <p:cNvSpPr>
            <a:spLocks noGrp="1"/>
          </p:cNvSpPr>
          <p:nvPr>
            <p:ph idx="1"/>
          </p:nvPr>
        </p:nvSpPr>
        <p:spPr>
          <a:xfrm>
            <a:off x="457199" y="1371600"/>
            <a:ext cx="11274551" cy="5029200"/>
          </a:xfrm>
        </p:spPr>
        <p:txBody>
          <a:bodyPr>
            <a:normAutofit/>
          </a:bodyPr>
          <a:lstStyle/>
          <a:p>
            <a:r>
              <a:rPr lang="en-US" dirty="0"/>
              <a:t>This course is divided into four modules that are presented in two separate WBTs. The topics presented are organized around a customer scenario that takes an organization’s globally expanding e-commerce site from a single server to multiple load balanced back end servers behind a pair of BIG-IP LTM systems. You’ll learn how to implement the high availability feature to establish an active/standby device service cluster. You’ll learn how to load balance web application traffic across a pool of non-homogenous servers. You’ll learn how to use an </a:t>
            </a:r>
            <a:r>
              <a:rPr lang="en-US" dirty="0" err="1"/>
              <a:t>iRule</a:t>
            </a:r>
            <a:r>
              <a:rPr lang="en-US" dirty="0"/>
              <a:t> to customize traffic flow, selecting the appropriate pool of back end servers based on the client’s preferred content language. And finally, you’ll learn how to decrease existing server load reducing concurrent connections and connection rates using </a:t>
            </a:r>
            <a:r>
              <a:rPr lang="en-US" dirty="0" err="1"/>
              <a:t>OneConnect</a:t>
            </a:r>
            <a:r>
              <a:rPr lang="en-US" dirty="0"/>
              <a:t>.</a:t>
            </a:r>
          </a:p>
          <a:p>
            <a:r>
              <a:rPr lang="en-US" b="1" dirty="0"/>
              <a:t>Launch:</a:t>
            </a:r>
            <a:r>
              <a:rPr lang="en-US" dirty="0"/>
              <a:t> </a:t>
            </a:r>
            <a:r>
              <a:rPr lang="en-US" dirty="0">
                <a:hlinkClick r:id="rId3"/>
              </a:rPr>
              <a:t>Getting Started with LTM Part 1: HA and Traffic Processing</a:t>
            </a:r>
            <a:endParaRPr lang="en-US" dirty="0"/>
          </a:p>
          <a:p>
            <a:r>
              <a:rPr lang="en-US" b="1" dirty="0"/>
              <a:t>Demo:</a:t>
            </a:r>
            <a:r>
              <a:rPr lang="en-US" dirty="0"/>
              <a:t> </a:t>
            </a:r>
            <a:r>
              <a:rPr lang="en-US" dirty="0">
                <a:hlinkClick r:id="rId4"/>
              </a:rPr>
              <a:t>Configure High Availability</a:t>
            </a:r>
            <a:endParaRPr lang="en-US" dirty="0"/>
          </a:p>
          <a:p>
            <a:r>
              <a:rPr lang="en-US" dirty="0"/>
              <a:t> </a:t>
            </a:r>
          </a:p>
          <a:p>
            <a:r>
              <a:rPr lang="en-US" b="1" dirty="0"/>
              <a:t>Launch:</a:t>
            </a:r>
            <a:r>
              <a:rPr lang="en-US" dirty="0"/>
              <a:t> </a:t>
            </a:r>
            <a:r>
              <a:rPr lang="en-US" dirty="0">
                <a:hlinkClick r:id="rId5"/>
              </a:rPr>
              <a:t>Getting Started with LTM Part 2: </a:t>
            </a:r>
            <a:r>
              <a:rPr lang="en-US" dirty="0" err="1">
                <a:hlinkClick r:id="rId5"/>
              </a:rPr>
              <a:t>iRules</a:t>
            </a:r>
            <a:r>
              <a:rPr lang="en-US" dirty="0">
                <a:hlinkClick r:id="rId5"/>
              </a:rPr>
              <a:t> and </a:t>
            </a:r>
            <a:r>
              <a:rPr lang="en-US" dirty="0" err="1">
                <a:hlinkClick r:id="rId5"/>
              </a:rPr>
              <a:t>OneConnect</a:t>
            </a:r>
            <a:endParaRPr lang="en-US" dirty="0"/>
          </a:p>
          <a:p>
            <a:r>
              <a:rPr lang="en-US" b="1" dirty="0"/>
              <a:t>Demo:</a:t>
            </a:r>
            <a:r>
              <a:rPr lang="en-US" dirty="0"/>
              <a:t> </a:t>
            </a:r>
            <a:r>
              <a:rPr lang="en-US" dirty="0" err="1">
                <a:hlinkClick r:id="rId6"/>
              </a:rPr>
              <a:t>iRules</a:t>
            </a:r>
            <a:endParaRPr lang="en-US" dirty="0"/>
          </a:p>
        </p:txBody>
      </p:sp>
      <p:sp>
        <p:nvSpPr>
          <p:cNvPr id="4" name="Title 3">
            <a:extLst>
              <a:ext uri="{FF2B5EF4-FFF2-40B4-BE49-F238E27FC236}">
                <a16:creationId xmlns:a16="http://schemas.microsoft.com/office/drawing/2014/main" id="{D2344FF6-AB10-4F94-9E1D-DE58544018EC}"/>
              </a:ext>
            </a:extLst>
          </p:cNvPr>
          <p:cNvSpPr>
            <a:spLocks noGrp="1"/>
          </p:cNvSpPr>
          <p:nvPr>
            <p:ph type="title"/>
          </p:nvPr>
        </p:nvSpPr>
        <p:spPr/>
        <p:txBody>
          <a:bodyPr/>
          <a:lstStyle/>
          <a:p>
            <a:r>
              <a:rPr lang="en-US" sz="3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F5 Free Training:  Getting Started with BIG-IP Local Traffic Manager (LTM)</a:t>
            </a: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endParaRPr lang="en-US" sz="3200" dirty="0"/>
          </a:p>
        </p:txBody>
      </p:sp>
    </p:spTree>
    <p:extLst>
      <p:ext uri="{BB962C8B-B14F-4D97-AF65-F5344CB8AC3E}">
        <p14:creationId xmlns:p14="http://schemas.microsoft.com/office/powerpoint/2010/main" val="37878555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DD2B0-B1E4-433C-B6AF-8E4DA09140A4}"/>
              </a:ext>
            </a:extLst>
          </p:cNvPr>
          <p:cNvSpPr>
            <a:spLocks noGrp="1"/>
          </p:cNvSpPr>
          <p:nvPr>
            <p:ph idx="1"/>
          </p:nvPr>
        </p:nvSpPr>
        <p:spPr/>
        <p:txBody>
          <a:bodyPr/>
          <a:lstStyle/>
          <a:p>
            <a:r>
              <a:rPr lang="en-US" dirty="0"/>
              <a:t>This course is intended to help you get started using BIG-IP </a:t>
            </a:r>
            <a:r>
              <a:rPr lang="en-US" dirty="0" err="1"/>
              <a:t>iHealth</a:t>
            </a:r>
            <a:r>
              <a:rPr lang="en-US" dirty="0"/>
              <a:t> as an online diagnostic tool. You’ll learn how to leverage this tool to proactively maintain and more quickly troubleshoot your BIG-IP systems. The course describes how BIG-IP </a:t>
            </a:r>
            <a:r>
              <a:rPr lang="en-US" dirty="0" err="1"/>
              <a:t>iHealth</a:t>
            </a:r>
            <a:r>
              <a:rPr lang="en-US" dirty="0"/>
              <a:t> Diagnostics evolved from an internal tool into a free, online tool available to F5 customers. It explains the four-step process to generate </a:t>
            </a:r>
            <a:r>
              <a:rPr lang="en-US" dirty="0" err="1"/>
              <a:t>iHealth</a:t>
            </a:r>
            <a:r>
              <a:rPr lang="en-US" dirty="0"/>
              <a:t> Diagnostics and introduces </a:t>
            </a:r>
            <a:r>
              <a:rPr lang="en-US" dirty="0" err="1"/>
              <a:t>iHealth</a:t>
            </a:r>
            <a:r>
              <a:rPr lang="en-US" dirty="0"/>
              <a:t> reports. The remainder of the course describes how to use </a:t>
            </a:r>
            <a:r>
              <a:rPr lang="en-US" dirty="0" err="1"/>
              <a:t>iHealth</a:t>
            </a:r>
            <a:r>
              <a:rPr lang="en-US" dirty="0"/>
              <a:t> to identify security vulnerabilities and performance issues, prepare to upgrade your system, and leverage </a:t>
            </a:r>
            <a:r>
              <a:rPr lang="en-US" dirty="0" err="1"/>
              <a:t>iHealth</a:t>
            </a:r>
            <a:r>
              <a:rPr lang="en-US" dirty="0"/>
              <a:t> to troubleshoot system configuration issues and ensure your hardware platform is running at peak performance.  The course is based on user-centered simulations and will take 15 minutes to complete.</a:t>
            </a:r>
          </a:p>
          <a:p>
            <a:r>
              <a:rPr lang="en-US" b="1" dirty="0"/>
              <a:t>Launch:</a:t>
            </a:r>
            <a:r>
              <a:rPr lang="en-US" dirty="0"/>
              <a:t> </a:t>
            </a:r>
            <a:r>
              <a:rPr lang="en-US" dirty="0">
                <a:hlinkClick r:id="rId2"/>
              </a:rPr>
              <a:t>Getting Started with BIG-IP </a:t>
            </a:r>
            <a:r>
              <a:rPr lang="en-US" dirty="0" err="1">
                <a:hlinkClick r:id="rId2"/>
              </a:rPr>
              <a:t>iHealth</a:t>
            </a:r>
            <a:endParaRPr lang="en-US" dirty="0"/>
          </a:p>
          <a:p>
            <a:endParaRPr lang="en-US" dirty="0"/>
          </a:p>
        </p:txBody>
      </p:sp>
      <p:sp>
        <p:nvSpPr>
          <p:cNvPr id="4" name="Title 3">
            <a:extLst>
              <a:ext uri="{FF2B5EF4-FFF2-40B4-BE49-F238E27FC236}">
                <a16:creationId xmlns:a16="http://schemas.microsoft.com/office/drawing/2014/main" id="{C85CE16B-466C-448E-B3EA-06004507D93D}"/>
              </a:ext>
            </a:extLst>
          </p:cNvPr>
          <p:cNvSpPr>
            <a:spLocks noGrp="1"/>
          </p:cNvSpPr>
          <p:nvPr>
            <p:ph type="title"/>
          </p:nvPr>
        </p:nvSpPr>
        <p:spPr/>
        <p:txBody>
          <a:bodyPr/>
          <a:lstStyle/>
          <a:p>
            <a:r>
              <a:rPr lang="en-US" sz="36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F5 Free Training: Getting Started with BIG-IP </a:t>
            </a:r>
            <a:r>
              <a:rPr lang="en-US" sz="3600" u="sng" dirty="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iHealth</a:t>
            </a:r>
            <a:endParaRPr lang="en-US" dirty="0"/>
          </a:p>
        </p:txBody>
      </p:sp>
    </p:spTree>
    <p:extLst>
      <p:ext uri="{BB962C8B-B14F-4D97-AF65-F5344CB8AC3E}">
        <p14:creationId xmlns:p14="http://schemas.microsoft.com/office/powerpoint/2010/main" val="248064910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41890CB-48A2-425A-8820-9FE7E9D54B9F}"/>
              </a:ext>
            </a:extLst>
          </p:cNvPr>
          <p:cNvSpPr>
            <a:spLocks noGrp="1"/>
          </p:cNvSpPr>
          <p:nvPr>
            <p:ph type="ftr" sz="quarter" idx="4294967295"/>
          </p:nvPr>
        </p:nvSpPr>
        <p:spPr>
          <a:xfrm>
            <a:off x="0" y="6483350"/>
            <a:ext cx="901700" cy="122238"/>
          </a:xfrm>
          <a:prstGeom prst="rect">
            <a:avLst/>
          </a:prstGeom>
        </p:spPr>
        <p:txBody>
          <a:bodyPr/>
          <a:lstStyle/>
          <a:p>
            <a:endParaRPr lang="en-US" dirty="0"/>
          </a:p>
        </p:txBody>
      </p:sp>
    </p:spTree>
    <p:extLst>
      <p:ext uri="{BB962C8B-B14F-4D97-AF65-F5344CB8AC3E}">
        <p14:creationId xmlns:p14="http://schemas.microsoft.com/office/powerpoint/2010/main" val="1280405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189A5E6-1975-4C89-90B8-A2BB8BBCEF57}"/>
              </a:ext>
            </a:extLst>
          </p:cNvPr>
          <p:cNvSpPr>
            <a:spLocks noGrp="1"/>
          </p:cNvSpPr>
          <p:nvPr>
            <p:ph idx="1"/>
          </p:nvPr>
        </p:nvSpPr>
        <p:spPr>
          <a:xfrm>
            <a:off x="457201" y="1690888"/>
            <a:ext cx="11274551" cy="4456946"/>
          </a:xfrm>
        </p:spPr>
        <p:txBody>
          <a:bodyPr>
            <a:normAutofit fontScale="85000" lnSpcReduction="20000"/>
          </a:bodyPr>
          <a:lstStyle/>
          <a:p>
            <a:r>
              <a:rPr lang="en-US" b="1" dirty="0"/>
              <a:t>Improve website performance and availability: </a:t>
            </a:r>
            <a:r>
              <a:rPr lang="en-US" dirty="0"/>
              <a:t>With BIG-IP Local Traffic Manager, you can ensure your website is always available and performing at its best. By intelligently distributing traffic and managing connections, BIG-IP LTM can optimize website delivery, improve response times, and prevent downtime, even during peak traffic periods.</a:t>
            </a:r>
          </a:p>
          <a:p>
            <a:endParaRPr lang="en-US" dirty="0"/>
          </a:p>
          <a:p>
            <a:r>
              <a:rPr lang="en-US" b="1" dirty="0"/>
              <a:t>Securely manage and control application traffic: </a:t>
            </a:r>
            <a:r>
              <a:rPr lang="en-US" dirty="0"/>
              <a:t>BIG-IP provides advanced security features that enable you to safely manage and control application traffic. With SSL/TLS offloading, advanced access control, and granular application-level policies, you can protect your applications and sensitive data from malicious attacks and unauthorized access.</a:t>
            </a:r>
          </a:p>
          <a:p>
            <a:endParaRPr lang="en-US" dirty="0"/>
          </a:p>
          <a:p>
            <a:r>
              <a:rPr lang="en-US" b="1" dirty="0"/>
              <a:t>Simplify application deployment and management</a:t>
            </a:r>
            <a:r>
              <a:rPr lang="en-US" dirty="0"/>
              <a:t>: BIG-IP simplifies application deployment and management with </a:t>
            </a:r>
            <a:r>
              <a:rPr lang="en-US" b="1" dirty="0"/>
              <a:t>powerful automation and orchestration capabilities</a:t>
            </a:r>
            <a:r>
              <a:rPr lang="en-US" dirty="0"/>
              <a:t>. With easy-to-use interfaces and tools, you can quickly provision and manage applications, and automate routine tasks to save time and reduce errors. </a:t>
            </a:r>
            <a:r>
              <a:rPr lang="en-US" b="1" dirty="0"/>
              <a:t>Comprehensive monitoring and analytics, </a:t>
            </a:r>
            <a:r>
              <a:rPr lang="en-US" dirty="0"/>
              <a:t>gain valuable insights into application performance and make informed decisions to optimize your infrastructure.</a:t>
            </a:r>
          </a:p>
          <a:p>
            <a:endParaRPr lang="en-US" dirty="0"/>
          </a:p>
          <a:p>
            <a:r>
              <a:rPr lang="en-US" b="1" dirty="0"/>
              <a:t>Secure APIs and microservices: </a:t>
            </a:r>
            <a:r>
              <a:rPr lang="en-US" dirty="0"/>
              <a:t>BIG-IP Local Traffic Manager provides robust API security features that help you protect your APIs and microservices from threats. With support for modern authentication and authorization protocols like OAuth and OpenID Connect, BIG-IP LTM can authenticate and authorize API requests, prevent unauthorized access, and protect sensitive data. Additionally, with advanced traffic management capabilities like rate limiting and content-based routing, you can ensure API availability and performance.</a:t>
            </a:r>
          </a:p>
          <a:p>
            <a:endParaRPr lang="en-US" dirty="0"/>
          </a:p>
        </p:txBody>
      </p:sp>
      <p:sp>
        <p:nvSpPr>
          <p:cNvPr id="4" name="Title 3">
            <a:extLst>
              <a:ext uri="{FF2B5EF4-FFF2-40B4-BE49-F238E27FC236}">
                <a16:creationId xmlns:a16="http://schemas.microsoft.com/office/drawing/2014/main" id="{0FE78E98-4021-484E-9F97-966BC1527C69}"/>
              </a:ext>
            </a:extLst>
          </p:cNvPr>
          <p:cNvSpPr>
            <a:spLocks noGrp="1"/>
          </p:cNvSpPr>
          <p:nvPr>
            <p:ph type="title"/>
          </p:nvPr>
        </p:nvSpPr>
        <p:spPr/>
        <p:txBody>
          <a:bodyPr/>
          <a:lstStyle/>
          <a:p>
            <a:r>
              <a:rPr lang="en-US" dirty="0"/>
              <a:t>USE CASE: “Deliver any  application on-premises or in the cloud with BIGIP"</a:t>
            </a:r>
          </a:p>
        </p:txBody>
      </p:sp>
    </p:spTree>
    <p:extLst>
      <p:ext uri="{BB962C8B-B14F-4D97-AF65-F5344CB8AC3E}">
        <p14:creationId xmlns:p14="http://schemas.microsoft.com/office/powerpoint/2010/main" val="3455107553"/>
      </p:ext>
    </p:extLst>
  </p:cSld>
  <p:clrMapOvr>
    <a:masterClrMapping/>
  </p:clrMapOvr>
</p:sld>
</file>

<file path=ppt/theme/theme1.xml><?xml version="1.0" encoding="utf-8"?>
<a:theme xmlns:a="http://schemas.openxmlformats.org/drawingml/2006/main" name="F5 Theme">
  <a:themeElements>
    <a:clrScheme name="Custom 6">
      <a:dk1>
        <a:srgbClr val="222222"/>
      </a:dk1>
      <a:lt1>
        <a:sysClr val="window" lastClr="FFFFFF"/>
      </a:lt1>
      <a:dk2>
        <a:srgbClr val="E6E6E6"/>
      </a:dk2>
      <a:lt2>
        <a:srgbClr val="E4002B"/>
      </a:lt2>
      <a:accent1>
        <a:srgbClr val="1D9CD3"/>
      </a:accent1>
      <a:accent2>
        <a:srgbClr val="009639"/>
      </a:accent2>
      <a:accent3>
        <a:srgbClr val="8B5BA5"/>
      </a:accent3>
      <a:accent4>
        <a:srgbClr val="0C5C8D"/>
      </a:accent4>
      <a:accent5>
        <a:srgbClr val="33208C"/>
      </a:accent5>
      <a:accent6>
        <a:srgbClr val="F29A36"/>
      </a:accent6>
      <a:hlink>
        <a:srgbClr val="E4002B"/>
      </a:hlink>
      <a:folHlink>
        <a:srgbClr val="DCDCDC"/>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l">
          <a:lnSpc>
            <a:spcPct val="90000"/>
          </a:lnSpc>
          <a:spcBef>
            <a:spcPts val="200"/>
          </a:spcBef>
          <a:spcAft>
            <a:spcPts val="200"/>
          </a:spcAft>
          <a:defRPr kern="100" dirty="0" err="1">
            <a:solidFill>
              <a:schemeClr val="bg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45720" rIns="0" bIns="0" rtlCol="0">
        <a:noAutofit/>
      </a:bodyPr>
      <a:lstStyle>
        <a:defPPr algn="l">
          <a:lnSpc>
            <a:spcPct val="114000"/>
          </a:lnSpc>
          <a:spcBef>
            <a:spcPts val="300"/>
          </a:spcBef>
          <a:spcAft>
            <a:spcPts val="300"/>
          </a:spcAft>
          <a:defRPr sz="1600" kern="100" dirty="0" smtClean="0">
            <a:latin typeface="+mj-lt"/>
          </a:defRPr>
        </a:defPPr>
      </a:lstStyle>
    </a:txDef>
  </a:objectDefaults>
  <a:extraClrSchemeLst/>
  <a:extLst>
    <a:ext uri="{05A4C25C-085E-4340-85A3-A5531E510DB2}">
      <thm15:themeFamily xmlns:thm15="http://schemas.microsoft.com/office/thememl/2012/main" name="Presentation2" id="{8E54F36C-8300-0443-9D85-36D43EB90C8A}" vid="{FA29C19C-B1BE-9A40-98EA-47525EB5DC5C}"/>
    </a:ext>
  </a:extLst>
</a:theme>
</file>

<file path=ppt/theme/theme2.xml><?xml version="1.0" encoding="utf-8"?>
<a:theme xmlns:a="http://schemas.openxmlformats.org/drawingml/2006/main" name="Office Theme">
  <a:themeElements>
    <a:clrScheme name="F5">
      <a:dk1>
        <a:srgbClr val="38313D"/>
      </a:dk1>
      <a:lt1>
        <a:sysClr val="window" lastClr="FFFFFF"/>
      </a:lt1>
      <a:dk2>
        <a:srgbClr val="DCDCDC"/>
      </a:dk2>
      <a:lt2>
        <a:srgbClr val="E4002B"/>
      </a:lt2>
      <a:accent1>
        <a:srgbClr val="1D9CD3"/>
      </a:accent1>
      <a:accent2>
        <a:srgbClr val="1DB14B"/>
      </a:accent2>
      <a:accent3>
        <a:srgbClr val="8B5BA5"/>
      </a:accent3>
      <a:accent4>
        <a:srgbClr val="0C5C8D"/>
      </a:accent4>
      <a:accent5>
        <a:srgbClr val="1C6333"/>
      </a:accent5>
      <a:accent6>
        <a:srgbClr val="694385"/>
      </a:accent6>
      <a:hlink>
        <a:srgbClr val="E4002B"/>
      </a:hlink>
      <a:folHlink>
        <a:srgbClr val="DCDCDC"/>
      </a:folHlink>
    </a:clrScheme>
    <a:fontScheme name="F5">
      <a:majorFont>
        <a:latin typeface="Arial"/>
        <a:ea typeface=""/>
        <a:cs typeface=""/>
      </a:majorFont>
      <a:minorFont>
        <a:latin typeface="Arial Narr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F5">
      <a:dk1>
        <a:srgbClr val="38313D"/>
      </a:dk1>
      <a:lt1>
        <a:sysClr val="window" lastClr="FFFFFF"/>
      </a:lt1>
      <a:dk2>
        <a:srgbClr val="DCDCDC"/>
      </a:dk2>
      <a:lt2>
        <a:srgbClr val="E4002B"/>
      </a:lt2>
      <a:accent1>
        <a:srgbClr val="1D9CD3"/>
      </a:accent1>
      <a:accent2>
        <a:srgbClr val="1DB14B"/>
      </a:accent2>
      <a:accent3>
        <a:srgbClr val="8B5BA5"/>
      </a:accent3>
      <a:accent4>
        <a:srgbClr val="0C5C8D"/>
      </a:accent4>
      <a:accent5>
        <a:srgbClr val="1C6333"/>
      </a:accent5>
      <a:accent6>
        <a:srgbClr val="694385"/>
      </a:accent6>
      <a:hlink>
        <a:srgbClr val="E4002B"/>
      </a:hlink>
      <a:folHlink>
        <a:srgbClr val="DCDCDC"/>
      </a:folHlink>
    </a:clrScheme>
    <a:fontScheme name="F5">
      <a:majorFont>
        <a:latin typeface="Arial"/>
        <a:ea typeface=""/>
        <a:cs typeface=""/>
      </a:majorFont>
      <a:minorFont>
        <a:latin typeface="Arial Narr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A8087703C7754994B8282C1D735F72" ma:contentTypeVersion="19" ma:contentTypeDescription="Create a new document." ma:contentTypeScope="" ma:versionID="441d224303ad5c1fc140c31f57364cd0">
  <xsd:schema xmlns:xsd="http://www.w3.org/2001/XMLSchema" xmlns:xs="http://www.w3.org/2001/XMLSchema" xmlns:p="http://schemas.microsoft.com/office/2006/metadata/properties" xmlns:ns2="86d40e1e-b877-49b7-b9c2-c9bc6934a02b" xmlns:ns3="944159a6-5fca-405a-86d1-28af514c0ddf" xmlns:ns4="af9ae1a1-40d9-484a-8e79-5834d0c1baa5" targetNamespace="http://schemas.microsoft.com/office/2006/metadata/properties" ma:root="true" ma:fieldsID="0ef3d878210c1a07b9d95dc2634e90ed" ns2:_="" ns3:_="" ns4:_="">
    <xsd:import namespace="86d40e1e-b877-49b7-b9c2-c9bc6934a02b"/>
    <xsd:import namespace="944159a6-5fca-405a-86d1-28af514c0ddf"/>
    <xsd:import namespace="af9ae1a1-40d9-484a-8e79-5834d0c1baa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Tags" minOccurs="0"/>
                <xsd:element ref="ns2:MediaLengthInSeconds" minOccurs="0"/>
                <xsd:element ref="ns2:MediaServiceOCR"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d40e1e-b877-49b7-b9c2-c9bc6934a0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Tags" ma:index="18" nillable="true" ma:displayName="Tags" ma:list="{29744d29-9468-4d2e-8ff3-99e11f1eb851}" ma:internalName="Tags" ma:showField="LinkTitleNoMenu">
      <xsd:complexType>
        <xsd:complexContent>
          <xsd:extension base="dms:MultiChoiceLookup">
            <xsd:sequence>
              <xsd:element name="Value" type="dms:Lookup" maxOccurs="unbounded" minOccurs="0" nillable="true"/>
            </xsd:sequence>
          </xsd:extension>
        </xsd:complexContent>
      </xsd:complex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8e3dbf5-c6ed-4cb8-a6ba-f39a75e0162d" ma:termSetId="09814cd3-568e-fe90-9814-8d621ff8fb84" ma:anchorId="fba54fb3-c3e1-fe81-a776-ca4b69148c4d" ma:open="true" ma:isKeyword="false">
      <xsd:complexType>
        <xsd:sequence>
          <xsd:element ref="pc:Terms" minOccurs="0" maxOccurs="1"/>
        </xsd:sequence>
      </xsd:complex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159a6-5fca-405a-86d1-28af514c0dd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f9ae1a1-40d9-484a-8e79-5834d0c1baa5"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f100aae8-ef8c-4f6f-ae96-eaa9b5d7ec6f}" ma:internalName="TaxCatchAll" ma:showField="CatchAllData" ma:web="944159a6-5fca-405a-86d1-28af514c0d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gs xmlns="86d40e1e-b877-49b7-b9c2-c9bc6934a02b" xsi:nil="true"/>
    <TaxCatchAll xmlns="af9ae1a1-40d9-484a-8e79-5834d0c1baa5" xsi:nil="true"/>
    <lcf76f155ced4ddcb4097134ff3c332f xmlns="86d40e1e-b877-49b7-b9c2-c9bc6934a02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2480F8-7F09-4E43-BE8C-3E74988319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d40e1e-b877-49b7-b9c2-c9bc6934a02b"/>
    <ds:schemaRef ds:uri="944159a6-5fca-405a-86d1-28af514c0ddf"/>
    <ds:schemaRef ds:uri="af9ae1a1-40d9-484a-8e79-5834d0c1ba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97BBDB-95BA-4DB6-B989-800144BA801F}">
  <ds:schemaRefs>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www.w3.org/XML/1998/namespace"/>
    <ds:schemaRef ds:uri="http://purl.org/dc/terms/"/>
    <ds:schemaRef ds:uri="http://schemas.microsoft.com/office/infopath/2007/PartnerControls"/>
    <ds:schemaRef ds:uri="af9ae1a1-40d9-484a-8e79-5834d0c1baa5"/>
    <ds:schemaRef ds:uri="944159a6-5fca-405a-86d1-28af514c0ddf"/>
    <ds:schemaRef ds:uri="86d40e1e-b877-49b7-b9c2-c9bc6934a02b"/>
    <ds:schemaRef ds:uri="http://purl.org/dc/elements/1.1/"/>
  </ds:schemaRefs>
</ds:datastoreItem>
</file>

<file path=customXml/itemProps3.xml><?xml version="1.0" encoding="utf-8"?>
<ds:datastoreItem xmlns:ds="http://schemas.openxmlformats.org/officeDocument/2006/customXml" ds:itemID="{5A535E5C-0BF2-4DBF-89C2-207A3705E1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F5 Theme</Template>
  <TotalTime>0</TotalTime>
  <Words>9869</Words>
  <Application>Microsoft Office PowerPoint</Application>
  <PresentationFormat>Widescreen</PresentationFormat>
  <Paragraphs>1017</Paragraphs>
  <Slides>109</Slides>
  <Notes>44</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109</vt:i4>
      </vt:variant>
    </vt:vector>
  </HeadingPairs>
  <TitlesOfParts>
    <vt:vector size="116" baseType="lpstr">
      <vt:lpstr>ＭＳ Ｐゴシック</vt:lpstr>
      <vt:lpstr>Söhne</vt:lpstr>
      <vt:lpstr>Arial</vt:lpstr>
      <vt:lpstr>Arial Narrow</vt:lpstr>
      <vt:lpstr>Calibri</vt:lpstr>
      <vt:lpstr>Consolas</vt:lpstr>
      <vt:lpstr>F5 Theme</vt:lpstr>
      <vt:lpstr>F5 301a v14.1 Certification Prep</vt:lpstr>
      <vt:lpstr>K70671013: BIG-IP LTM-DNS operations guide </vt:lpstr>
      <vt:lpstr>Architect and Deploy Applications </vt:lpstr>
      <vt:lpstr>1.01</vt:lpstr>
      <vt:lpstr>Topic Resources</vt:lpstr>
      <vt:lpstr>1.02</vt:lpstr>
      <vt:lpstr>Topic Resources</vt:lpstr>
      <vt:lpstr>1.03</vt:lpstr>
      <vt:lpstr>Topic Resources</vt:lpstr>
      <vt:lpstr>1.04</vt:lpstr>
      <vt:lpstr>Topic Resources</vt:lpstr>
      <vt:lpstr>1.05</vt:lpstr>
      <vt:lpstr>Topic Resources</vt:lpstr>
      <vt:lpstr>1.06</vt:lpstr>
      <vt:lpstr>Topic Resources</vt:lpstr>
      <vt:lpstr>1.07</vt:lpstr>
      <vt:lpstr>Topic Resources</vt:lpstr>
      <vt:lpstr>1.08</vt:lpstr>
      <vt:lpstr>Topic Resources</vt:lpstr>
      <vt:lpstr>1.09</vt:lpstr>
      <vt:lpstr>Topic Resources</vt:lpstr>
      <vt:lpstr>1.10</vt:lpstr>
      <vt:lpstr>Topic Resources</vt:lpstr>
      <vt:lpstr>1.11</vt:lpstr>
      <vt:lpstr>Topic Resources</vt:lpstr>
      <vt:lpstr>Set Up, Administer, and Secure LTM Devices</vt:lpstr>
      <vt:lpstr>2.01</vt:lpstr>
      <vt:lpstr>Topic Resources</vt:lpstr>
      <vt:lpstr>2.02</vt:lpstr>
      <vt:lpstr>Topic Resources</vt:lpstr>
      <vt:lpstr>2.03</vt:lpstr>
      <vt:lpstr>3.09 Show proper configuration for: DNS, NTP, SNMP, syslog</vt:lpstr>
      <vt:lpstr>3.09 Show proper configuration for: DNS, NTP, SNMP, syslog</vt:lpstr>
      <vt:lpstr>3.09 Show proper configuration for: DNS, NTP, SNMP, syslog</vt:lpstr>
      <vt:lpstr>3.09 Show proper configuration for: DNS, NTP, SNMP, syslog</vt:lpstr>
      <vt:lpstr>3.09 Show proper configuration for: DNS, NTP, SNMP, syslog</vt:lpstr>
      <vt:lpstr>Remote Logging Steps</vt:lpstr>
      <vt:lpstr>Logging Overview</vt:lpstr>
      <vt:lpstr>Pool Creation - GUI</vt:lpstr>
      <vt:lpstr>High-Speed Log Destination Creation</vt:lpstr>
      <vt:lpstr>Remote Syslog Destination Creation</vt:lpstr>
      <vt:lpstr>Log Publisher</vt:lpstr>
      <vt:lpstr>tmm_filter (aka System Logging filter)</vt:lpstr>
      <vt:lpstr>Tools for Testing – DNS, NTP, SNMP, SYSLOG</vt:lpstr>
      <vt:lpstr>3.03 Identify the configured management-IP address</vt:lpstr>
      <vt:lpstr>3.03 Identify SSH access list to management-IP address</vt:lpstr>
      <vt:lpstr>3.03 Identify HTTP access list to management-IP address</vt:lpstr>
      <vt:lpstr>3.03 Show remote connectivity to the BIG-IP Management interface</vt:lpstr>
      <vt:lpstr>3.03 Interpret port lockdown settings to Self-IP</vt:lpstr>
      <vt:lpstr>3.03 Interpret port lockdown settings to Self-IP</vt:lpstr>
      <vt:lpstr>3.03 Identify SSH access list to management-IP address</vt:lpstr>
      <vt:lpstr>3.03 Identify HTTP access list to management-IP address</vt:lpstr>
      <vt:lpstr>Restricting Access to Management Ports on Self IPs</vt:lpstr>
      <vt:lpstr>Packet Filtering </vt:lpstr>
      <vt:lpstr>3.03 Explain management IP connectivity issue</vt:lpstr>
      <vt:lpstr>Topic Resources</vt:lpstr>
      <vt:lpstr>2.04</vt:lpstr>
      <vt:lpstr>YouTube:  Updating BIG-IP HA systems with a point release</vt:lpstr>
      <vt:lpstr>https://downloads.f5.com </vt:lpstr>
      <vt:lpstr>3.06 Show currently configured boot location</vt:lpstr>
      <vt:lpstr>3.06 Demonstrate creating new volume for software images</vt:lpstr>
      <vt:lpstr>3.05 Summarize the use case of a UCS backup</vt:lpstr>
      <vt:lpstr>3.05 Summarize the use case of a UCS backup</vt:lpstr>
      <vt:lpstr>3.05 Execute UCS backup and restore procedure</vt:lpstr>
      <vt:lpstr>3.05 Execute UCS backup and restore procedure</vt:lpstr>
      <vt:lpstr>3.05 Explain proper long-term storage of UCS backup file</vt:lpstr>
      <vt:lpstr>3.05 Explain the contents of the UCS file (private keys)</vt:lpstr>
      <vt:lpstr>Topic Resources</vt:lpstr>
      <vt:lpstr>2.05</vt:lpstr>
      <vt:lpstr>3.10 Show config sync status</vt:lpstr>
      <vt:lpstr>3.10 Explain when a config sync is necessary</vt:lpstr>
      <vt:lpstr>3.10 Compare configuration timestamp</vt:lpstr>
      <vt:lpstr>3.10 Demonstrate config sync procedure (GUI)</vt:lpstr>
      <vt:lpstr>3.10 Demonstrate config sync procedure (TMSH)</vt:lpstr>
      <vt:lpstr>3.10 Report errors which occur during config sync</vt:lpstr>
      <vt:lpstr>3.02</vt:lpstr>
      <vt:lpstr>Before we begin:  A little more on Device Service Clusters.</vt:lpstr>
      <vt:lpstr>3.02 Report current active/standby failover state</vt:lpstr>
      <vt:lpstr>3.02 Show device trust status</vt:lpstr>
      <vt:lpstr>3.02 Execute force to standby  or offline procedure</vt:lpstr>
      <vt:lpstr>Other HA concepts not explicitly called out in the blueprint</vt:lpstr>
      <vt:lpstr>Other HA concepts not explicitly called out in the blueprint</vt:lpstr>
      <vt:lpstr>Topic Resources</vt:lpstr>
      <vt:lpstr>2.06</vt:lpstr>
      <vt:lpstr>3.03 Interpret port lockdown settings to Self-IP</vt:lpstr>
      <vt:lpstr>3.03 Interpret port lockdown settings to Self-IP</vt:lpstr>
      <vt:lpstr>3.03 Identify SSH access list to management-IP address</vt:lpstr>
      <vt:lpstr>3.03 Identify HTTP access list to management-IP address</vt:lpstr>
      <vt:lpstr>Restricting Access to Management Ports on Self IPs</vt:lpstr>
      <vt:lpstr>Packet Filtering </vt:lpstr>
      <vt:lpstr>Topic Resources</vt:lpstr>
      <vt:lpstr>2.07</vt:lpstr>
      <vt:lpstr>Topic Resources</vt:lpstr>
      <vt:lpstr>2.08</vt:lpstr>
      <vt:lpstr>3.08 Explain how to create a user</vt:lpstr>
      <vt:lpstr>Explain how to create a user</vt:lpstr>
      <vt:lpstr>User Roles (most common)</vt:lpstr>
      <vt:lpstr>3.08 Explain how to modify user properties</vt:lpstr>
      <vt:lpstr>3.08 Explain options for remote authentication provider</vt:lpstr>
      <vt:lpstr>3.08 Explain use of groups using remote authentication provider</vt:lpstr>
      <vt:lpstr>Topic Resources</vt:lpstr>
      <vt:lpstr>2.09</vt:lpstr>
      <vt:lpstr>Topic Resources</vt:lpstr>
      <vt:lpstr>BREAKTIME</vt:lpstr>
      <vt:lpstr>F5 Learning: Getting Started with BIG-IP</vt:lpstr>
      <vt:lpstr>F5 Free Training:  Getting Started with BIG-IP Local Traffic Manager (LTM) </vt:lpstr>
      <vt:lpstr>F5 Free Training: Getting Started with BIG-IP iHealth</vt:lpstr>
      <vt:lpstr>PowerPoint Presentation</vt:lpstr>
      <vt:lpstr>USE CASE: “Deliver any  application on-premises or in the cloud with BIGIP"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F5 301a v14.1 Certification Prep</dc:title>
  <dc:creator>Paul Deakin</dc:creator>
  <cp:lastModifiedBy>Jermaine Mack</cp:lastModifiedBy>
  <cp:revision>8</cp:revision>
  <cp:lastPrinted>2018-07-31T23:18:19Z</cp:lastPrinted>
  <dcterms:created xsi:type="dcterms:W3CDTF">2023-02-07T19:26:17Z</dcterms:created>
  <dcterms:modified xsi:type="dcterms:W3CDTF">2026-04-03T04:59:16Z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4150755</vt:lpwstr>
  </property>
  <property fmtid="{D5CDD505-2E9C-101B-9397-08002B2CF9AE}" pid="3" name="NXPowerLiteSettings">
    <vt:lpwstr>C980073804F000</vt:lpwstr>
  </property>
  <property fmtid="{D5CDD505-2E9C-101B-9397-08002B2CF9AE}" pid="4" name="NXPowerLiteVersion">
    <vt:lpwstr>D8.0.2</vt:lpwstr>
  </property>
  <property fmtid="{D5CDD505-2E9C-101B-9397-08002B2CF9AE}" pid="5" name="ContentTypeId">
    <vt:lpwstr>0x010100EEA8087703C7754994B8282C1D735F72</vt:lpwstr>
  </property>
  <property fmtid="{D5CDD505-2E9C-101B-9397-08002B2CF9AE}" pid="6" name="MediaServiceImageTags">
    <vt:lpwstr/>
  </property>
</Properties>
</file>